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10"/>
  </p:notesMasterIdLst>
  <p:handoutMasterIdLst>
    <p:handoutMasterId r:id="rId11"/>
  </p:handoutMasterIdLst>
  <p:sldIdLst>
    <p:sldId id="256" r:id="rId2"/>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17" r:id="rId33"/>
    <p:sldId id="318" r:id="rId34"/>
    <p:sldId id="319" r:id="rId35"/>
    <p:sldId id="320" r:id="rId36"/>
    <p:sldId id="321" r:id="rId37"/>
    <p:sldId id="2146846822" r:id="rId9"/>
  </p:sldIdLst>
  <p:sldSz cx="10691813" cy="7559675"/>
  <p:notesSz cx="6858000" cy="9144000"/>
  <p:defaultTextStyle>
    <a:defPPr>
      <a:defRPr lang="ja-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5" d="100"/>
          <a:sy n="105" d="100"/>
        </p:scale>
        <p:origin x="1264" y="184"/>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viewProps" Target="viewProps.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handoutMaster" Target="handoutMasters/handoutMaster1.xml"/><Relationship Id="rId15" Type="http://schemas.openxmlformats.org/officeDocument/2006/relationships/tableStyles" Target="tableStyles.xml"/><Relationship Id="rId10" Type="http://schemas.openxmlformats.org/officeDocument/2006/relationships/notesMaster" Target="notesMasters/notesMaster1.xml"/><Relationship Id="rId9" Type="http://schemas.openxmlformats.org/officeDocument/2006/relationships/slide" Target="slides/slide8.xml"/><Relationship Id="rId14" Type="http://schemas.openxmlformats.org/officeDocument/2006/relationships/theme" Target="theme/theme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2CB7F64A-8C42-F23D-D097-4B3EE8B24CED}"/>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游ゴシック"/>
              <a:ea typeface="游ゴシック" pitchFamily="34"/>
            </a:endParaRPr>
          </a:p>
        </p:txBody>
      </p:sp>
      <p:sp>
        <p:nvSpPr>
          <p:cNvPr id="3" name="フッター プレースホルダー 3">
            <a:extLst>
              <a:ext uri="{FF2B5EF4-FFF2-40B4-BE49-F238E27FC236}">
                <a16:creationId xmlns:a16="http://schemas.microsoft.com/office/drawing/2014/main" id="{2E6F7D04-8F56-CD64-BFCD-F14E41EEB8E2}"/>
              </a:ext>
            </a:extLst>
          </p:cNvPr>
          <p:cNvSpPr txBox="1">
            <a:spLocks noGrp="1"/>
          </p:cNvSpPr>
          <p:nvPr>
            <p:ph type="ftr" sz="quarter" idx="2"/>
          </p:nvPr>
        </p:nvSpPr>
        <p:spPr>
          <a:xfrm>
            <a:off x="0"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游ゴシック"/>
              <a:ea typeface="游ゴシック" pitchFamily="34"/>
            </a:endParaRPr>
          </a:p>
        </p:txBody>
      </p:sp>
      <p:sp>
        <p:nvSpPr>
          <p:cNvPr id="4" name="スライド番号プレースホルダー 4">
            <a:extLst>
              <a:ext uri="{FF2B5EF4-FFF2-40B4-BE49-F238E27FC236}">
                <a16:creationId xmlns:a16="http://schemas.microsoft.com/office/drawing/2014/main" id="{4B2C9048-3CFF-BB2E-975E-0870AE2D895E}"/>
              </a:ext>
            </a:extLst>
          </p:cNvPr>
          <p:cNvSpPr txBox="1">
            <a:spLocks noGrp="1"/>
          </p:cNvSpPr>
          <p:nvPr>
            <p:ph type="sldNum" sz="quarter" idx="3"/>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E11708C4-0D70-2A4C-BC1F-5D3A25B5927A}" type="slidenum">
              <a:t>‹#›</a:t>
            </a:fld>
            <a:endParaRPr lang="en-US" sz="1200" b="0" i="0" u="none" strike="noStrike" kern="1200" cap="none" spc="0" baseline="0">
              <a:solidFill>
                <a:srgbClr val="000000"/>
              </a:solidFill>
              <a:uFillTx/>
              <a:latin typeface="游ゴシック"/>
              <a:ea typeface="游ゴシック" pitchFamily="34"/>
            </a:endParaRPr>
          </a:p>
        </p:txBody>
      </p:sp>
    </p:spTree>
    <p:extLst>
      <p:ext uri="{BB962C8B-B14F-4D97-AF65-F5344CB8AC3E}">
        <p14:creationId xmlns:p14="http://schemas.microsoft.com/office/powerpoint/2010/main" val="2513425030"/>
      </p:ext>
    </p:extLst>
  </p:cSld>
  <p:clrMap bg1="lt1" tx1="dk1" bg2="lt2" tx2="dk2" accent1="accent1" accent2="accent2" accent3="accent3" accent4="accent4" accent5="accent5" accent6="accent6" hlink="hlink" folHlink="folHlink"/>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6B3E2819-15E5-1A71-6EFE-808AC8B9F8FF}"/>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游ゴシック"/>
                <a:ea typeface="游ゴシック" pitchFamily="34"/>
              </a:defRPr>
            </a:lvl1pPr>
          </a:lstStyle>
          <a:p>
            <a:pPr lvl="0"/>
            <a:endParaRPr lang="en-US"/>
          </a:p>
        </p:txBody>
      </p:sp>
      <p:sp>
        <p:nvSpPr>
          <p:cNvPr id="3" name="日付プレースホルダー 2">
            <a:extLst>
              <a:ext uri="{FF2B5EF4-FFF2-40B4-BE49-F238E27FC236}">
                <a16:creationId xmlns:a16="http://schemas.microsoft.com/office/drawing/2014/main" id="{4D874EB0-160C-67CE-6359-880E7FCE0C48}"/>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游ゴシック"/>
                <a:ea typeface="游ゴシック" pitchFamily="34"/>
              </a:defRPr>
            </a:lvl1pPr>
          </a:lstStyle>
          <a:p>
            <a:pPr lvl="0"/>
            <a:fld id="{5BCBEECA-5209-B044-B147-1673C62B355A}" type="datetime1">
              <a:rPr lang="en-US"/>
              <a:pPr lvl="0"/>
              <a:t>2026/6/1</a:t>
            </a:fld>
            <a:endParaRPr lang="en-US"/>
          </a:p>
        </p:txBody>
      </p:sp>
      <p:sp>
        <p:nvSpPr>
          <p:cNvPr id="4" name="スライド イメージ プレースホルダー 3">
            <a:extLst>
              <a:ext uri="{FF2B5EF4-FFF2-40B4-BE49-F238E27FC236}">
                <a16:creationId xmlns:a16="http://schemas.microsoft.com/office/drawing/2014/main" id="{5EE16A9D-61E6-5284-5944-5A0EAF71AFFA}"/>
              </a:ext>
            </a:extLst>
          </p:cNvPr>
          <p:cNvSpPr>
            <a:spLocks noGrp="1" noRot="1" noChangeAspect="1"/>
          </p:cNvSpPr>
          <p:nvPr>
            <p:ph type="sldImg" idx="2"/>
          </p:nvPr>
        </p:nvSpPr>
        <p:spPr>
          <a:xfrm>
            <a:off x="1246190" y="1143000"/>
            <a:ext cx="4365629" cy="3086100"/>
          </a:xfrm>
          <a:prstGeom prst="rect">
            <a:avLst/>
          </a:prstGeom>
          <a:noFill/>
          <a:ln w="12701">
            <a:solidFill>
              <a:srgbClr val="000000"/>
            </a:solidFill>
            <a:prstDash val="solid"/>
          </a:ln>
        </p:spPr>
      </p:sp>
      <p:sp>
        <p:nvSpPr>
          <p:cNvPr id="5" name="ノート プレースホルダー 4">
            <a:extLst>
              <a:ext uri="{FF2B5EF4-FFF2-40B4-BE49-F238E27FC236}">
                <a16:creationId xmlns:a16="http://schemas.microsoft.com/office/drawing/2014/main" id="{0EABD5A5-3198-52EC-CF38-0FFCB24BC5EB}"/>
              </a:ext>
            </a:extLst>
          </p:cNvPr>
          <p:cNvSpPr txBox="1">
            <a:spLocks noGrp="1"/>
          </p:cNvSpPr>
          <p:nvPr>
            <p:ph type="body" sz="quarter" idx="3"/>
          </p:nvPr>
        </p:nvSpPr>
        <p:spPr>
          <a:xfrm>
            <a:off x="685800" y="4400550"/>
            <a:ext cx="5486400" cy="3600450"/>
          </a:xfrm>
          <a:prstGeom prst="rect">
            <a:avLst/>
          </a:prstGeom>
          <a:noFill/>
          <a:ln>
            <a:noFill/>
          </a:ln>
        </p:spPr>
        <p:txBody>
          <a:bodyPr vert="horz" wrap="square" lIns="91440" tIns="45720" rIns="91440" bIns="45720" anchor="t" anchorCtr="0" compatLnSpc="1">
            <a:noAutofit/>
          </a:bodyPr>
          <a:lstStyle/>
          <a:p>
            <a:pPr lvl="0"/>
            <a:r>
              <a:rPr lang="ja-JP"/>
              <a:t>マスター テキストの書式設定</a:t>
            </a:r>
          </a:p>
          <a:p>
            <a:pPr lvl="1"/>
            <a:r>
              <a:rPr lang="ja-JP"/>
              <a:t>第</a:t>
            </a:r>
            <a:r>
              <a:rPr lang="en-US"/>
              <a:t xml:space="preserve"> 2 </a:t>
            </a:r>
            <a:r>
              <a:rPr lang="ja-JP"/>
              <a:t>レベル</a:t>
            </a:r>
          </a:p>
          <a:p>
            <a:pPr lvl="2"/>
            <a:r>
              <a:rPr lang="ja-JP"/>
              <a:t>第</a:t>
            </a:r>
            <a:r>
              <a:rPr lang="en-US"/>
              <a:t xml:space="preserve"> 3 </a:t>
            </a:r>
            <a:r>
              <a:rPr lang="ja-JP"/>
              <a:t>レベル</a:t>
            </a:r>
          </a:p>
          <a:p>
            <a:pPr lvl="3"/>
            <a:r>
              <a:rPr lang="ja-JP"/>
              <a:t>第</a:t>
            </a:r>
            <a:r>
              <a:rPr lang="en-US"/>
              <a:t xml:space="preserve"> 4 </a:t>
            </a:r>
            <a:r>
              <a:rPr lang="ja-JP"/>
              <a:t>レベル</a:t>
            </a:r>
          </a:p>
          <a:p>
            <a:pPr lvl="4"/>
            <a:r>
              <a:rPr lang="ja-JP"/>
              <a:t>第</a:t>
            </a:r>
            <a:r>
              <a:rPr lang="en-US"/>
              <a:t xml:space="preserve"> 5 </a:t>
            </a:r>
            <a:r>
              <a:rPr lang="ja-JP"/>
              <a:t>レベル</a:t>
            </a:r>
          </a:p>
        </p:txBody>
      </p:sp>
      <p:sp>
        <p:nvSpPr>
          <p:cNvPr id="6" name="フッター プレースホルダー 5">
            <a:extLst>
              <a:ext uri="{FF2B5EF4-FFF2-40B4-BE49-F238E27FC236}">
                <a16:creationId xmlns:a16="http://schemas.microsoft.com/office/drawing/2014/main" id="{03EB6756-D48B-4F59-A3B8-7AAE24A8BC4A}"/>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游ゴシック"/>
                <a:ea typeface="游ゴシック" pitchFamily="34"/>
              </a:defRPr>
            </a:lvl1pPr>
          </a:lstStyle>
          <a:p>
            <a:pPr lvl="0"/>
            <a:endParaRPr lang="en-US"/>
          </a:p>
        </p:txBody>
      </p:sp>
      <p:sp>
        <p:nvSpPr>
          <p:cNvPr id="7" name="スライド番号プレースホルダー 6">
            <a:extLst>
              <a:ext uri="{FF2B5EF4-FFF2-40B4-BE49-F238E27FC236}">
                <a16:creationId xmlns:a16="http://schemas.microsoft.com/office/drawing/2014/main" id="{353A7EC3-3B22-E725-ED7C-5CE28A6FEED0}"/>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游ゴシック"/>
                <a:ea typeface="游ゴシック" pitchFamily="34"/>
              </a:defRPr>
            </a:lvl1pPr>
          </a:lstStyle>
          <a:p>
            <a:pPr lvl="0"/>
            <a:fld id="{B49AF10F-6C39-B848-B527-783F26C3383B}" type="slidenum">
              <a:t>‹#›</a:t>
            </a:fld>
            <a:endParaRPr lang="en-US"/>
          </a:p>
        </p:txBody>
      </p:sp>
    </p:spTree>
    <p:extLst>
      <p:ext uri="{BB962C8B-B14F-4D97-AF65-F5344CB8AC3E}">
        <p14:creationId xmlns:p14="http://schemas.microsoft.com/office/powerpoint/2010/main" val="2088798737"/>
      </p:ext>
    </p:extLst>
  </p:cSld>
  <p:clrMap bg1="lt1" tx1="dk1" bg2="lt2" tx2="dk2" accent1="accent1" accent2="accent2" accent3="accent3" accent4="accent4" accent5="accent5" accent6="accent6" hlink="hlink" folHlink="folHlink"/>
  <p:notesStyle>
    <a:lvl1pPr marL="0" marR="0" lvl="0"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1pPr>
    <a:lvl2pPr marL="497753" marR="0" lvl="1"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2pPr>
    <a:lvl3pPr marL="995507" marR="0" lvl="2"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3pPr>
    <a:lvl4pPr marL="1493260" marR="0" lvl="3"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4pPr>
    <a:lvl5pPr marL="1991014" marR="0" lvl="4" indent="0" algn="l" defTabSz="995507" rtl="0" fontAlgn="auto" hangingPunct="1">
      <a:lnSpc>
        <a:spcPct val="100000"/>
      </a:lnSpc>
      <a:spcBef>
        <a:spcPts val="0"/>
      </a:spcBef>
      <a:spcAft>
        <a:spcPts val="0"/>
      </a:spcAft>
      <a:buNone/>
      <a:tabLst/>
      <a:defRPr lang="ja-JP" sz="1306" b="0" i="0" u="none" strike="noStrike" kern="1200" cap="none" spc="0" baseline="0">
        <a:solidFill>
          <a:srgbClr val="000000"/>
        </a:solidFill>
        <a:uFillTx/>
        <a:latin typeface="游ゴシック"/>
        <a:ea typeface="游ゴシック" pitchFamily="34"/>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タイトル スライド">
    <p:spTree>
      <p:nvGrpSpPr>
        <p:cNvPr id="1" name=""/>
        <p:cNvGrpSpPr/>
        <p:nvPr/>
      </p:nvGrpSpPr>
      <p:grpSpPr>
        <a:xfrm>
          <a:off x="0" y="0"/>
          <a:ext cx="0" cy="0"/>
          <a:chOff x="0" y="0"/>
          <a:chExt cx="0" cy="0"/>
        </a:xfrm>
      </p:grpSpPr>
      <p:pic>
        <p:nvPicPr>
          <p:cNvPr id="2" name="図 5">
            <a:extLst>
              <a:ext uri="{FF2B5EF4-FFF2-40B4-BE49-F238E27FC236}">
                <a16:creationId xmlns:a16="http://schemas.microsoft.com/office/drawing/2014/main" id="{00DFD775-92BB-E6B5-0624-3AE0E5FA9043}"/>
              </a:ext>
            </a:extLst>
          </p:cNvPr>
          <p:cNvPicPr>
            <a:picLocks noChangeAspect="1"/>
          </p:cNvPicPr>
          <p:nvPr/>
        </p:nvPicPr>
        <p:blipFill>
          <a:blip r:embed="rId2"/>
          <a:stretch>
            <a:fillRect/>
          </a:stretch>
        </p:blipFill>
        <p:spPr>
          <a:xfrm>
            <a:off x="18288" y="0"/>
            <a:ext cx="10679012" cy="7554379"/>
          </a:xfrm>
          <a:prstGeom prst="rect">
            <a:avLst/>
          </a:prstGeom>
          <a:noFill/>
          <a:ln cap="flat">
            <a:noFill/>
          </a:ln>
        </p:spPr>
      </p:pic>
      <p:sp>
        <p:nvSpPr>
          <p:cNvPr id="3" name="Title 1">
            <a:extLst>
              <a:ext uri="{FF2B5EF4-FFF2-40B4-BE49-F238E27FC236}">
                <a16:creationId xmlns:a16="http://schemas.microsoft.com/office/drawing/2014/main" id="{E2E5D412-069E-3478-FA61-023D85CE8DF1}"/>
              </a:ext>
            </a:extLst>
          </p:cNvPr>
          <p:cNvSpPr txBox="1">
            <a:spLocks noGrp="1"/>
          </p:cNvSpPr>
          <p:nvPr>
            <p:ph type="ctrTitle"/>
          </p:nvPr>
        </p:nvSpPr>
        <p:spPr>
          <a:xfrm>
            <a:off x="801883" y="3132670"/>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4" name="Subtitle 2">
            <a:extLst>
              <a:ext uri="{FF2B5EF4-FFF2-40B4-BE49-F238E27FC236}">
                <a16:creationId xmlns:a16="http://schemas.microsoft.com/office/drawing/2014/main" id="{D7D8396E-022C-EAEC-A749-2D67E3CD92FF}"/>
              </a:ext>
            </a:extLst>
          </p:cNvPr>
          <p:cNvSpPr txBox="1">
            <a:spLocks noGrp="1"/>
          </p:cNvSpPr>
          <p:nvPr>
            <p:ph type="subTitle" idx="1"/>
          </p:nvPr>
        </p:nvSpPr>
        <p:spPr>
          <a:xfrm>
            <a:off x="1336477" y="3970580"/>
            <a:ext cx="8018858" cy="402482"/>
          </a:xfrm>
        </p:spPr>
        <p:txBody>
          <a:bodyPr anchorCtr="1"/>
          <a:lstStyle>
            <a:lvl1pPr marL="0" indent="0" algn="ctr">
              <a:buNone/>
              <a:defRPr lang="en-US" sz="2400"/>
            </a:lvl1pPr>
          </a:lstStyle>
          <a:p>
            <a:pPr lvl="0"/>
            <a:r>
              <a:rPr lang="en-US"/>
              <a:t>2026.00.00</a:t>
            </a:r>
          </a:p>
        </p:txBody>
      </p:sp>
      <p:sp>
        <p:nvSpPr>
          <p:cNvPr id="5" name="正方形/長方形 8">
            <a:extLst>
              <a:ext uri="{FF2B5EF4-FFF2-40B4-BE49-F238E27FC236}">
                <a16:creationId xmlns:a16="http://schemas.microsoft.com/office/drawing/2014/main" id="{E234C807-F569-8D78-AD27-C10A8C7872D9}"/>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6" name="直線コネクタ 9">
            <a:extLst>
              <a:ext uri="{FF2B5EF4-FFF2-40B4-BE49-F238E27FC236}">
                <a16:creationId xmlns:a16="http://schemas.microsoft.com/office/drawing/2014/main" id="{4F4B76E2-360E-DDF7-FE4D-2D6047E9B643}"/>
              </a:ext>
            </a:extLst>
          </p:cNvPr>
          <p:cNvCxnSpPr/>
          <p:nvPr/>
        </p:nvCxnSpPr>
        <p:spPr>
          <a:xfrm>
            <a:off x="-18470" y="7166518"/>
            <a:ext cx="10691996" cy="0"/>
          </a:xfrm>
          <a:prstGeom prst="straightConnector1">
            <a:avLst/>
          </a:prstGeom>
          <a:noFill/>
          <a:ln w="7616" cap="flat">
            <a:solidFill>
              <a:srgbClr val="004198"/>
            </a:solidFill>
            <a:prstDash val="solid"/>
            <a:miter/>
          </a:ln>
        </p:spPr>
      </p:cxnSp>
      <p:sp>
        <p:nvSpPr>
          <p:cNvPr id="7" name="Subtitle 2">
            <a:extLst>
              <a:ext uri="{FF2B5EF4-FFF2-40B4-BE49-F238E27FC236}">
                <a16:creationId xmlns:a16="http://schemas.microsoft.com/office/drawing/2014/main" id="{EF689ACB-A9D4-1D04-838C-CC2834123A79}"/>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pic>
        <p:nvPicPr>
          <p:cNvPr id="8" name="図 14">
            <a:extLst>
              <a:ext uri="{FF2B5EF4-FFF2-40B4-BE49-F238E27FC236}">
                <a16:creationId xmlns:a16="http://schemas.microsoft.com/office/drawing/2014/main" id="{9AA4B207-D3AE-090E-9747-03CEE615A018}"/>
              </a:ext>
            </a:extLst>
          </p:cNvPr>
          <p:cNvPicPr>
            <a:picLocks noChangeAspect="1"/>
          </p:cNvPicPr>
          <p:nvPr/>
        </p:nvPicPr>
        <p:blipFill>
          <a:blip r:embed="rId3"/>
          <a:stretch>
            <a:fillRect/>
          </a:stretch>
        </p:blipFill>
        <p:spPr>
          <a:xfrm>
            <a:off x="7462336" y="99468"/>
            <a:ext cx="2908304" cy="177795"/>
          </a:xfrm>
          <a:prstGeom prst="rect">
            <a:avLst/>
          </a:prstGeom>
          <a:noFill/>
          <a:ln cap="flat">
            <a:noFill/>
          </a:ln>
        </p:spPr>
      </p:pic>
      <p:sp>
        <p:nvSpPr>
          <p:cNvPr id="9" name="正方形/長方形 15">
            <a:extLst>
              <a:ext uri="{FF2B5EF4-FFF2-40B4-BE49-F238E27FC236}">
                <a16:creationId xmlns:a16="http://schemas.microsoft.com/office/drawing/2014/main" id="{9E15BC65-8EB9-9393-F4FC-8178E9F58EA7}"/>
              </a:ext>
            </a:extLst>
          </p:cNvPr>
          <p:cNvSpPr/>
          <p:nvPr/>
        </p:nvSpPr>
        <p:spPr>
          <a:xfrm>
            <a:off x="3885404" y="3780001"/>
            <a:ext cx="719998"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10" name="正方形/長方形 16">
            <a:extLst>
              <a:ext uri="{FF2B5EF4-FFF2-40B4-BE49-F238E27FC236}">
                <a16:creationId xmlns:a16="http://schemas.microsoft.com/office/drawing/2014/main" id="{A9FF4FC7-202A-E8F7-6D0B-FFFB317FE180}"/>
              </a:ext>
            </a:extLst>
          </p:cNvPr>
          <p:cNvSpPr/>
          <p:nvPr/>
        </p:nvSpPr>
        <p:spPr>
          <a:xfrm>
            <a:off x="4605403" y="3780001"/>
            <a:ext cx="719998"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11" name="正方形/長方形 17">
            <a:extLst>
              <a:ext uri="{FF2B5EF4-FFF2-40B4-BE49-F238E27FC236}">
                <a16:creationId xmlns:a16="http://schemas.microsoft.com/office/drawing/2014/main" id="{957F8504-4F93-19E9-3EB5-4955FF3B6C95}"/>
              </a:ext>
            </a:extLst>
          </p:cNvPr>
          <p:cNvSpPr/>
          <p:nvPr/>
        </p:nvSpPr>
        <p:spPr>
          <a:xfrm>
            <a:off x="5325401" y="3780001"/>
            <a:ext cx="719998"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12" name="正方形/長方形 18">
            <a:extLst>
              <a:ext uri="{FF2B5EF4-FFF2-40B4-BE49-F238E27FC236}">
                <a16:creationId xmlns:a16="http://schemas.microsoft.com/office/drawing/2014/main" id="{1BF164A5-5F14-9707-AF41-3077187EC645}"/>
              </a:ext>
            </a:extLst>
          </p:cNvPr>
          <p:cNvSpPr/>
          <p:nvPr/>
        </p:nvSpPr>
        <p:spPr>
          <a:xfrm>
            <a:off x="6045409" y="3780001"/>
            <a:ext cx="719998"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pic>
        <p:nvPicPr>
          <p:cNvPr id="13" name="図 4">
            <a:extLst>
              <a:ext uri="{FF2B5EF4-FFF2-40B4-BE49-F238E27FC236}">
                <a16:creationId xmlns:a16="http://schemas.microsoft.com/office/drawing/2014/main" id="{3ACDDA9B-3767-2073-AB98-31F31C173A7E}"/>
              </a:ext>
            </a:extLst>
          </p:cNvPr>
          <p:cNvPicPr>
            <a:picLocks noChangeAspect="1"/>
          </p:cNvPicPr>
          <p:nvPr/>
        </p:nvPicPr>
        <p:blipFill>
          <a:blip r:embed="rId4"/>
          <a:stretch>
            <a:fillRect/>
          </a:stretch>
        </p:blipFill>
        <p:spPr>
          <a:xfrm>
            <a:off x="2823639" y="5481123"/>
            <a:ext cx="5514536" cy="1117552"/>
          </a:xfrm>
          <a:prstGeom prst="rect">
            <a:avLst/>
          </a:prstGeom>
          <a:noFill/>
          <a:ln cap="flat">
            <a:noFill/>
          </a:ln>
        </p:spPr>
      </p:pic>
      <p:pic>
        <p:nvPicPr>
          <p:cNvPr id="14" name="図 20">
            <a:extLst>
              <a:ext uri="{FF2B5EF4-FFF2-40B4-BE49-F238E27FC236}">
                <a16:creationId xmlns:a16="http://schemas.microsoft.com/office/drawing/2014/main" id="{94BF1B61-FD64-B485-CE6A-D7053DF6D670}"/>
              </a:ext>
            </a:extLst>
          </p:cNvPr>
          <p:cNvPicPr>
            <a:picLocks noChangeAspect="1"/>
          </p:cNvPicPr>
          <p:nvPr/>
        </p:nvPicPr>
        <p:blipFill>
          <a:blip r:embed="rId5"/>
          <a:stretch>
            <a:fillRect/>
          </a:stretch>
        </p:blipFill>
        <p:spPr>
          <a:xfrm>
            <a:off x="2052837" y="5687055"/>
            <a:ext cx="699845" cy="810643"/>
          </a:xfrm>
          <a:prstGeom prst="rect">
            <a:avLst/>
          </a:prstGeom>
          <a:noFill/>
          <a:ln cap="flat">
            <a:noFill/>
          </a:ln>
        </p:spPr>
      </p:pic>
      <p:pic>
        <p:nvPicPr>
          <p:cNvPr id="15" name="図 21">
            <a:extLst>
              <a:ext uri="{FF2B5EF4-FFF2-40B4-BE49-F238E27FC236}">
                <a16:creationId xmlns:a16="http://schemas.microsoft.com/office/drawing/2014/main" id="{F2F7E7B9-B82D-7573-7861-B43BDB1ADF8A}"/>
              </a:ext>
            </a:extLst>
          </p:cNvPr>
          <p:cNvPicPr>
            <a:picLocks noChangeAspect="1"/>
          </p:cNvPicPr>
          <p:nvPr/>
        </p:nvPicPr>
        <p:blipFill>
          <a:blip r:embed="rId6"/>
          <a:stretch>
            <a:fillRect/>
          </a:stretch>
        </p:blipFill>
        <p:spPr>
          <a:xfrm>
            <a:off x="3548969" y="6271394"/>
            <a:ext cx="3938137" cy="244336"/>
          </a:xfrm>
          <a:prstGeom prst="rect">
            <a:avLst/>
          </a:prstGeom>
          <a:noFill/>
          <a:ln cap="flat">
            <a:noFill/>
          </a:ln>
        </p:spPr>
      </p:pic>
    </p:spTree>
    <p:extLst>
      <p:ext uri="{BB962C8B-B14F-4D97-AF65-F5344CB8AC3E}">
        <p14:creationId xmlns:p14="http://schemas.microsoft.com/office/powerpoint/2010/main" val="143892608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見出し　水色">
    <p:spTree>
      <p:nvGrpSpPr>
        <p:cNvPr id="1" name=""/>
        <p:cNvGrpSpPr/>
        <p:nvPr/>
      </p:nvGrpSpPr>
      <p:grpSpPr>
        <a:xfrm>
          <a:off x="0" y="0"/>
          <a:ext cx="0" cy="0"/>
          <a:chOff x="0" y="0"/>
          <a:chExt cx="0" cy="0"/>
        </a:xfrm>
      </p:grpSpPr>
      <p:sp>
        <p:nvSpPr>
          <p:cNvPr id="2" name="正方形/長方形 11">
            <a:extLst>
              <a:ext uri="{FF2B5EF4-FFF2-40B4-BE49-F238E27FC236}">
                <a16:creationId xmlns:a16="http://schemas.microsoft.com/office/drawing/2014/main" id="{5C055667-FF3F-A6D2-BC77-F96F2CDAC7A8}"/>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正方形/長方形 1">
            <a:extLst>
              <a:ext uri="{FF2B5EF4-FFF2-40B4-BE49-F238E27FC236}">
                <a16:creationId xmlns:a16="http://schemas.microsoft.com/office/drawing/2014/main" id="{1CE64156-C7D9-C1F4-23D2-EB54DD509E8A}"/>
              </a:ext>
            </a:extLst>
          </p:cNvPr>
          <p:cNvSpPr/>
          <p:nvPr/>
        </p:nvSpPr>
        <p:spPr>
          <a:xfrm>
            <a:off x="666003" y="3600001"/>
            <a:ext cx="719998"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4" name="正方形/長方形 5">
            <a:extLst>
              <a:ext uri="{FF2B5EF4-FFF2-40B4-BE49-F238E27FC236}">
                <a16:creationId xmlns:a16="http://schemas.microsoft.com/office/drawing/2014/main" id="{595A7E94-BB0C-E096-4FAF-69783B99C3E3}"/>
              </a:ext>
            </a:extLst>
          </p:cNvPr>
          <p:cNvSpPr/>
          <p:nvPr/>
        </p:nvSpPr>
        <p:spPr>
          <a:xfrm>
            <a:off x="1386001" y="3600001"/>
            <a:ext cx="719998"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5" name="正方形/長方形 9">
            <a:extLst>
              <a:ext uri="{FF2B5EF4-FFF2-40B4-BE49-F238E27FC236}">
                <a16:creationId xmlns:a16="http://schemas.microsoft.com/office/drawing/2014/main" id="{9EBFF0C2-6EBE-33F0-9B20-890B97C55AC8}"/>
              </a:ext>
            </a:extLst>
          </p:cNvPr>
          <p:cNvSpPr/>
          <p:nvPr/>
        </p:nvSpPr>
        <p:spPr>
          <a:xfrm>
            <a:off x="2106000" y="3600001"/>
            <a:ext cx="7200003"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10">
            <a:extLst>
              <a:ext uri="{FF2B5EF4-FFF2-40B4-BE49-F238E27FC236}">
                <a16:creationId xmlns:a16="http://schemas.microsoft.com/office/drawing/2014/main" id="{84BE7162-FE6E-5B4B-2678-4DBB54DDE78D}"/>
              </a:ext>
            </a:extLst>
          </p:cNvPr>
          <p:cNvSpPr/>
          <p:nvPr/>
        </p:nvSpPr>
        <p:spPr>
          <a:xfrm>
            <a:off x="9305812" y="3600001"/>
            <a:ext cx="719998"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7" name="直線コネクタ 22">
            <a:extLst>
              <a:ext uri="{FF2B5EF4-FFF2-40B4-BE49-F238E27FC236}">
                <a16:creationId xmlns:a16="http://schemas.microsoft.com/office/drawing/2014/main" id="{2853C88F-AC5A-A21C-4AE8-A2348C622629}"/>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8" name="Title 1">
            <a:extLst>
              <a:ext uri="{FF2B5EF4-FFF2-40B4-BE49-F238E27FC236}">
                <a16:creationId xmlns:a16="http://schemas.microsoft.com/office/drawing/2014/main" id="{FFEDBDF8-C21B-8651-834C-E661C7D90559}"/>
              </a:ext>
            </a:extLst>
          </p:cNvPr>
          <p:cNvSpPr txBox="1">
            <a:spLocks noGrp="1"/>
          </p:cNvSpPr>
          <p:nvPr>
            <p:ph type="title"/>
          </p:nvPr>
        </p:nvSpPr>
        <p:spPr>
          <a:xfrm>
            <a:off x="801883" y="3013798"/>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9" name="Subtitle 2">
            <a:extLst>
              <a:ext uri="{FF2B5EF4-FFF2-40B4-BE49-F238E27FC236}">
                <a16:creationId xmlns:a16="http://schemas.microsoft.com/office/drawing/2014/main" id="{CAF77E20-5376-7FBE-3404-653442A7242F}"/>
              </a:ext>
            </a:extLst>
          </p:cNvPr>
          <p:cNvSpPr txBox="1">
            <a:spLocks noGrp="1"/>
          </p:cNvSpPr>
          <p:nvPr>
            <p:ph type="subTitle" idx="4294967295"/>
          </p:nvPr>
        </p:nvSpPr>
        <p:spPr>
          <a:xfrm>
            <a:off x="1336477" y="3713552"/>
            <a:ext cx="8018858" cy="402482"/>
          </a:xfrm>
        </p:spPr>
        <p:txBody>
          <a:bodyPr anchorCtr="1"/>
          <a:lstStyle>
            <a:lvl1pPr marL="0" indent="0" algn="ctr">
              <a:buNone/>
              <a:defRPr sz="2400"/>
            </a:lvl1pPr>
          </a:lstStyle>
          <a:p>
            <a:pPr lvl="0"/>
            <a:r>
              <a:rPr lang="ja-JP"/>
              <a:t>サブタイトルが入ります</a:t>
            </a:r>
            <a:endParaRPr lang="en-US"/>
          </a:p>
        </p:txBody>
      </p:sp>
      <p:sp>
        <p:nvSpPr>
          <p:cNvPr id="10" name="Slide Number Placeholder 5">
            <a:extLst>
              <a:ext uri="{FF2B5EF4-FFF2-40B4-BE49-F238E27FC236}">
                <a16:creationId xmlns:a16="http://schemas.microsoft.com/office/drawing/2014/main" id="{2BC2E31E-EC1D-2B77-7AE6-A69951739B73}"/>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E6A15C84-9E99-F84A-9F32-30BD8DF16F2E}" type="slidenum">
              <a:t>‹#›</a:t>
            </a:fld>
            <a:endParaRPr lang="en-US"/>
          </a:p>
        </p:txBody>
      </p:sp>
      <p:pic>
        <p:nvPicPr>
          <p:cNvPr id="11" name="図 13">
            <a:extLst>
              <a:ext uri="{FF2B5EF4-FFF2-40B4-BE49-F238E27FC236}">
                <a16:creationId xmlns:a16="http://schemas.microsoft.com/office/drawing/2014/main" id="{F0B7AA26-07FF-2486-968C-6B18BF0EE0D0}"/>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12" name="Subtitle 2">
            <a:extLst>
              <a:ext uri="{FF2B5EF4-FFF2-40B4-BE49-F238E27FC236}">
                <a16:creationId xmlns:a16="http://schemas.microsoft.com/office/drawing/2014/main" id="{114A61AB-3A8B-4340-E926-00F124F56435}"/>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1752931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水色">
    <p:spTree>
      <p:nvGrpSpPr>
        <p:cNvPr id="1" name=""/>
        <p:cNvGrpSpPr/>
        <p:nvPr/>
      </p:nvGrpSpPr>
      <p:grpSpPr>
        <a:xfrm>
          <a:off x="0" y="0"/>
          <a:ext cx="0" cy="0"/>
          <a:chOff x="0" y="0"/>
          <a:chExt cx="0" cy="0"/>
        </a:xfrm>
      </p:grpSpPr>
      <p:sp>
        <p:nvSpPr>
          <p:cNvPr id="2" name="正方形/長方形 20">
            <a:extLst>
              <a:ext uri="{FF2B5EF4-FFF2-40B4-BE49-F238E27FC236}">
                <a16:creationId xmlns:a16="http://schemas.microsoft.com/office/drawing/2014/main" id="{0C70FEB0-BB23-F061-C82C-76923D610988}"/>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正方形/長方形 19">
            <a:extLst>
              <a:ext uri="{FF2B5EF4-FFF2-40B4-BE49-F238E27FC236}">
                <a16:creationId xmlns:a16="http://schemas.microsoft.com/office/drawing/2014/main" id="{B9EEE9E5-5775-AFA2-CA62-0DB27641D35B}"/>
              </a:ext>
            </a:extLst>
          </p:cNvPr>
          <p:cNvSpPr/>
          <p:nvPr/>
        </p:nvSpPr>
        <p:spPr>
          <a:xfrm>
            <a:off x="327528" y="0"/>
            <a:ext cx="71999" cy="1079997"/>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4" name="Title 1">
            <a:extLst>
              <a:ext uri="{FF2B5EF4-FFF2-40B4-BE49-F238E27FC236}">
                <a16:creationId xmlns:a16="http://schemas.microsoft.com/office/drawing/2014/main" id="{B8D529EC-D259-6FE0-7A61-E061462AA0AC}"/>
              </a:ext>
            </a:extLst>
          </p:cNvPr>
          <p:cNvSpPr txBox="1">
            <a:spLocks noGrp="1"/>
          </p:cNvSpPr>
          <p:nvPr>
            <p:ph type="title"/>
          </p:nvPr>
        </p:nvSpPr>
        <p:spPr>
          <a:xfrm>
            <a:off x="399528" y="430344"/>
            <a:ext cx="10101184" cy="613050"/>
          </a:xfrm>
        </p:spPr>
        <p:txBody>
          <a:bodyPr>
            <a:noAutofit/>
          </a:bodyPr>
          <a:lstStyle>
            <a:lvl1pPr>
              <a:defRPr sz="2800" b="1">
                <a:latin typeface="游ゴシック" pitchFamily="34"/>
                <a:ea typeface="游ゴシック" pitchFamily="34"/>
              </a:defRPr>
            </a:lvl1pPr>
          </a:lstStyle>
          <a:p>
            <a:pPr lvl="0"/>
            <a:r>
              <a:rPr lang="ja-JP"/>
              <a:t>見出しが入ります</a:t>
            </a:r>
            <a:endParaRPr lang="en-US"/>
          </a:p>
        </p:txBody>
      </p:sp>
      <p:sp>
        <p:nvSpPr>
          <p:cNvPr id="5" name="Content Placeholder 2">
            <a:extLst>
              <a:ext uri="{FF2B5EF4-FFF2-40B4-BE49-F238E27FC236}">
                <a16:creationId xmlns:a16="http://schemas.microsoft.com/office/drawing/2014/main" id="{D3451834-AB87-829B-2B85-7C4A91514A3D}"/>
              </a:ext>
            </a:extLst>
          </p:cNvPr>
          <p:cNvSpPr txBox="1">
            <a:spLocks noGrp="1"/>
          </p:cNvSpPr>
          <p:nvPr>
            <p:ph idx="1"/>
          </p:nvPr>
        </p:nvSpPr>
        <p:spPr>
          <a:xfrm>
            <a:off x="510948" y="1381566"/>
            <a:ext cx="9721187" cy="527827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ja-JP"/>
              <a:t>マスター テキストの書式設定</a:t>
            </a:r>
          </a:p>
          <a:p>
            <a:pPr lvl="1"/>
            <a:r>
              <a:rPr lang="ja-JP"/>
              <a:t>第</a:t>
            </a:r>
            <a:r>
              <a:rPr lang="en-US"/>
              <a:t xml:space="preserve"> 2 </a:t>
            </a:r>
            <a:r>
              <a:rPr lang="ja-JP"/>
              <a:t>レベル</a:t>
            </a:r>
          </a:p>
          <a:p>
            <a:pPr lvl="2"/>
            <a:r>
              <a:rPr lang="ja-JP"/>
              <a:t>第</a:t>
            </a:r>
            <a:r>
              <a:rPr lang="en-US"/>
              <a:t xml:space="preserve"> 3 </a:t>
            </a:r>
            <a:r>
              <a:rPr lang="ja-JP"/>
              <a:t>レベル</a:t>
            </a:r>
          </a:p>
          <a:p>
            <a:pPr lvl="3"/>
            <a:r>
              <a:rPr lang="ja-JP"/>
              <a:t>第</a:t>
            </a:r>
            <a:r>
              <a:rPr lang="en-US"/>
              <a:t xml:space="preserve"> 4 </a:t>
            </a:r>
            <a:r>
              <a:rPr lang="ja-JP"/>
              <a:t>レベル</a:t>
            </a:r>
          </a:p>
          <a:p>
            <a:pPr lvl="4"/>
            <a:r>
              <a:rPr lang="ja-JP"/>
              <a:t>第</a:t>
            </a:r>
            <a:r>
              <a:rPr lang="en-US"/>
              <a:t xml:space="preserve"> 5 </a:t>
            </a:r>
            <a:r>
              <a:rPr lang="ja-JP"/>
              <a:t>レベル</a:t>
            </a:r>
            <a:endParaRPr lang="en-US"/>
          </a:p>
        </p:txBody>
      </p:sp>
      <p:pic>
        <p:nvPicPr>
          <p:cNvPr id="6" name="図 12">
            <a:extLst>
              <a:ext uri="{FF2B5EF4-FFF2-40B4-BE49-F238E27FC236}">
                <a16:creationId xmlns:a16="http://schemas.microsoft.com/office/drawing/2014/main" id="{254328DF-D719-8663-BC31-4DA264E323B6}"/>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7" name="正方形/長方形 15">
            <a:extLst>
              <a:ext uri="{FF2B5EF4-FFF2-40B4-BE49-F238E27FC236}">
                <a16:creationId xmlns:a16="http://schemas.microsoft.com/office/drawing/2014/main" id="{A39FAFF1-2227-FA9D-2DBB-0197937E9351}"/>
              </a:ext>
            </a:extLst>
          </p:cNvPr>
          <p:cNvSpPr/>
          <p:nvPr/>
        </p:nvSpPr>
        <p:spPr>
          <a:xfrm>
            <a:off x="431999" y="0"/>
            <a:ext cx="35999" cy="359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正方形/長方形 16">
            <a:extLst>
              <a:ext uri="{FF2B5EF4-FFF2-40B4-BE49-F238E27FC236}">
                <a16:creationId xmlns:a16="http://schemas.microsoft.com/office/drawing/2014/main" id="{B986A065-693B-989C-D8F1-F7CFAE55DF00}"/>
              </a:ext>
            </a:extLst>
          </p:cNvPr>
          <p:cNvSpPr/>
          <p:nvPr/>
        </p:nvSpPr>
        <p:spPr>
          <a:xfrm>
            <a:off x="503998" y="0"/>
            <a:ext cx="35999" cy="359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9" name="正方形/長方形 17">
            <a:extLst>
              <a:ext uri="{FF2B5EF4-FFF2-40B4-BE49-F238E27FC236}">
                <a16:creationId xmlns:a16="http://schemas.microsoft.com/office/drawing/2014/main" id="{E31B1BB8-371F-ABDD-429C-FAE7B3DFA146}"/>
              </a:ext>
            </a:extLst>
          </p:cNvPr>
          <p:cNvSpPr/>
          <p:nvPr/>
        </p:nvSpPr>
        <p:spPr>
          <a:xfrm>
            <a:off x="575998" y="0"/>
            <a:ext cx="35999" cy="359999"/>
          </a:xfrm>
          <a:prstGeom prst="rect">
            <a:avLst/>
          </a:prstGeom>
          <a:solidFill>
            <a:srgbClr val="0057BA"/>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10" name="直線コネクタ 8">
            <a:extLst>
              <a:ext uri="{FF2B5EF4-FFF2-40B4-BE49-F238E27FC236}">
                <a16:creationId xmlns:a16="http://schemas.microsoft.com/office/drawing/2014/main" id="{02398B39-7927-3FAD-F9F2-A7CFA73F050E}"/>
              </a:ext>
            </a:extLst>
          </p:cNvPr>
          <p:cNvCxnSpPr/>
          <p:nvPr/>
        </p:nvCxnSpPr>
        <p:spPr>
          <a:xfrm>
            <a:off x="-182" y="359999"/>
            <a:ext cx="10691996" cy="0"/>
          </a:xfrm>
          <a:prstGeom prst="straightConnector1">
            <a:avLst/>
          </a:prstGeom>
          <a:noFill/>
          <a:ln w="15873" cap="flat">
            <a:solidFill>
              <a:srgbClr val="7FC1E9"/>
            </a:solidFill>
            <a:prstDash val="solid"/>
            <a:miter/>
          </a:ln>
        </p:spPr>
      </p:cxnSp>
      <p:cxnSp>
        <p:nvCxnSpPr>
          <p:cNvPr id="11" name="直線コネクタ 21">
            <a:extLst>
              <a:ext uri="{FF2B5EF4-FFF2-40B4-BE49-F238E27FC236}">
                <a16:creationId xmlns:a16="http://schemas.microsoft.com/office/drawing/2014/main" id="{2D2FB5DB-FC49-637F-F7BB-6B240658A767}"/>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12" name="Slide Number Placeholder 5">
            <a:extLst>
              <a:ext uri="{FF2B5EF4-FFF2-40B4-BE49-F238E27FC236}">
                <a16:creationId xmlns:a16="http://schemas.microsoft.com/office/drawing/2014/main" id="{EA7E8F7A-89D9-AA3C-32CF-1C4BA18A8E57}"/>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DC9440C4-B12E-3B43-A1C7-6D65757BCCCE}" type="slidenum">
              <a:t>‹#›</a:t>
            </a:fld>
            <a:endParaRPr lang="en-US"/>
          </a:p>
        </p:txBody>
      </p:sp>
      <p:pic>
        <p:nvPicPr>
          <p:cNvPr id="13" name="図 4">
            <a:extLst>
              <a:ext uri="{FF2B5EF4-FFF2-40B4-BE49-F238E27FC236}">
                <a16:creationId xmlns:a16="http://schemas.microsoft.com/office/drawing/2014/main" id="{75AD77BE-7B72-625B-D638-067DDB4999BF}"/>
              </a:ext>
            </a:extLst>
          </p:cNvPr>
          <p:cNvPicPr>
            <a:picLocks noChangeAspect="1"/>
          </p:cNvPicPr>
          <p:nvPr/>
        </p:nvPicPr>
        <p:blipFill>
          <a:blip r:embed="rId3"/>
          <a:stretch>
            <a:fillRect/>
          </a:stretch>
        </p:blipFill>
        <p:spPr>
          <a:xfrm>
            <a:off x="9336472" y="27294"/>
            <a:ext cx="1164241" cy="321914"/>
          </a:xfrm>
          <a:prstGeom prst="rect">
            <a:avLst/>
          </a:prstGeom>
          <a:noFill/>
          <a:ln cap="flat">
            <a:noFill/>
          </a:ln>
        </p:spPr>
      </p:pic>
      <p:sp>
        <p:nvSpPr>
          <p:cNvPr id="14" name="Subtitle 2">
            <a:extLst>
              <a:ext uri="{FF2B5EF4-FFF2-40B4-BE49-F238E27FC236}">
                <a16:creationId xmlns:a16="http://schemas.microsoft.com/office/drawing/2014/main" id="{5D2D8985-C6C2-E089-94A2-993E71C059B4}"/>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380921385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見出し　赤色">
    <p:spTree>
      <p:nvGrpSpPr>
        <p:cNvPr id="1" name=""/>
        <p:cNvGrpSpPr/>
        <p:nvPr/>
      </p:nvGrpSpPr>
      <p:grpSpPr>
        <a:xfrm>
          <a:off x="0" y="0"/>
          <a:ext cx="0" cy="0"/>
          <a:chOff x="0" y="0"/>
          <a:chExt cx="0" cy="0"/>
        </a:xfrm>
      </p:grpSpPr>
      <p:sp>
        <p:nvSpPr>
          <p:cNvPr id="2" name="正方形/長方形 17">
            <a:extLst>
              <a:ext uri="{FF2B5EF4-FFF2-40B4-BE49-F238E27FC236}">
                <a16:creationId xmlns:a16="http://schemas.microsoft.com/office/drawing/2014/main" id="{D737C941-8340-805C-E2FC-FDE9CDBE978C}"/>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3" name="直線コネクタ 22">
            <a:extLst>
              <a:ext uri="{FF2B5EF4-FFF2-40B4-BE49-F238E27FC236}">
                <a16:creationId xmlns:a16="http://schemas.microsoft.com/office/drawing/2014/main" id="{8E162812-4B4C-45EC-A6A7-EEB73F7C076C}"/>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4" name="正方形/長方形 11">
            <a:extLst>
              <a:ext uri="{FF2B5EF4-FFF2-40B4-BE49-F238E27FC236}">
                <a16:creationId xmlns:a16="http://schemas.microsoft.com/office/drawing/2014/main" id="{A87B75DB-D201-322A-1039-B4C3DC738CD4}"/>
              </a:ext>
            </a:extLst>
          </p:cNvPr>
          <p:cNvSpPr/>
          <p:nvPr/>
        </p:nvSpPr>
        <p:spPr>
          <a:xfrm>
            <a:off x="666003" y="3600001"/>
            <a:ext cx="7200003"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5" name="正方形/長方形 12">
            <a:extLst>
              <a:ext uri="{FF2B5EF4-FFF2-40B4-BE49-F238E27FC236}">
                <a16:creationId xmlns:a16="http://schemas.microsoft.com/office/drawing/2014/main" id="{7C7F3183-9DC4-0454-FA0C-ADF08DE8FC19}"/>
              </a:ext>
            </a:extLst>
          </p:cNvPr>
          <p:cNvSpPr/>
          <p:nvPr/>
        </p:nvSpPr>
        <p:spPr>
          <a:xfrm>
            <a:off x="7865815" y="3600001"/>
            <a:ext cx="719998"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13">
            <a:extLst>
              <a:ext uri="{FF2B5EF4-FFF2-40B4-BE49-F238E27FC236}">
                <a16:creationId xmlns:a16="http://schemas.microsoft.com/office/drawing/2014/main" id="{BE2512E6-6095-7B8B-78DE-CE8F66E77D48}"/>
              </a:ext>
            </a:extLst>
          </p:cNvPr>
          <p:cNvSpPr/>
          <p:nvPr/>
        </p:nvSpPr>
        <p:spPr>
          <a:xfrm>
            <a:off x="8585813" y="3600001"/>
            <a:ext cx="719998"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14">
            <a:extLst>
              <a:ext uri="{FF2B5EF4-FFF2-40B4-BE49-F238E27FC236}">
                <a16:creationId xmlns:a16="http://schemas.microsoft.com/office/drawing/2014/main" id="{A648C6C3-319C-DBEB-7AC2-9806AFE09823}"/>
              </a:ext>
            </a:extLst>
          </p:cNvPr>
          <p:cNvSpPr/>
          <p:nvPr/>
        </p:nvSpPr>
        <p:spPr>
          <a:xfrm>
            <a:off x="9305812" y="3600001"/>
            <a:ext cx="719998"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Title 1">
            <a:extLst>
              <a:ext uri="{FF2B5EF4-FFF2-40B4-BE49-F238E27FC236}">
                <a16:creationId xmlns:a16="http://schemas.microsoft.com/office/drawing/2014/main" id="{DC434057-A8E4-AA0E-92B0-3BCE4561FE55}"/>
              </a:ext>
            </a:extLst>
          </p:cNvPr>
          <p:cNvSpPr txBox="1">
            <a:spLocks noGrp="1"/>
          </p:cNvSpPr>
          <p:nvPr>
            <p:ph type="title"/>
          </p:nvPr>
        </p:nvSpPr>
        <p:spPr>
          <a:xfrm>
            <a:off x="801883" y="3013798"/>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9" name="Subtitle 2">
            <a:extLst>
              <a:ext uri="{FF2B5EF4-FFF2-40B4-BE49-F238E27FC236}">
                <a16:creationId xmlns:a16="http://schemas.microsoft.com/office/drawing/2014/main" id="{45C253A8-C666-AF30-8865-70DEA504763C}"/>
              </a:ext>
            </a:extLst>
          </p:cNvPr>
          <p:cNvSpPr txBox="1">
            <a:spLocks noGrp="1"/>
          </p:cNvSpPr>
          <p:nvPr>
            <p:ph type="subTitle" idx="4294967295"/>
          </p:nvPr>
        </p:nvSpPr>
        <p:spPr>
          <a:xfrm>
            <a:off x="1336477" y="3713552"/>
            <a:ext cx="8018858" cy="402482"/>
          </a:xfrm>
        </p:spPr>
        <p:txBody>
          <a:bodyPr anchorCtr="1"/>
          <a:lstStyle>
            <a:lvl1pPr marL="0" indent="0" algn="ctr">
              <a:buNone/>
              <a:defRPr sz="2400"/>
            </a:lvl1pPr>
          </a:lstStyle>
          <a:p>
            <a:pPr lvl="0"/>
            <a:r>
              <a:rPr lang="ja-JP"/>
              <a:t>サブタイトルが入ります</a:t>
            </a:r>
            <a:endParaRPr lang="en-US"/>
          </a:p>
        </p:txBody>
      </p:sp>
      <p:sp>
        <p:nvSpPr>
          <p:cNvPr id="10" name="Slide Number Placeholder 5">
            <a:extLst>
              <a:ext uri="{FF2B5EF4-FFF2-40B4-BE49-F238E27FC236}">
                <a16:creationId xmlns:a16="http://schemas.microsoft.com/office/drawing/2014/main" id="{831F7FDD-263E-DEC6-03B7-7FBD57AFC542}"/>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6CB24ED0-999C-FA4B-A574-35DA35442F87}" type="slidenum">
              <a:t>‹#›</a:t>
            </a:fld>
            <a:endParaRPr lang="en-US"/>
          </a:p>
        </p:txBody>
      </p:sp>
      <p:pic>
        <p:nvPicPr>
          <p:cNvPr id="11" name="図 19">
            <a:extLst>
              <a:ext uri="{FF2B5EF4-FFF2-40B4-BE49-F238E27FC236}">
                <a16:creationId xmlns:a16="http://schemas.microsoft.com/office/drawing/2014/main" id="{B2EA4662-7861-1D21-B499-105C8C8E4029}"/>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12" name="Subtitle 2">
            <a:extLst>
              <a:ext uri="{FF2B5EF4-FFF2-40B4-BE49-F238E27FC236}">
                <a16:creationId xmlns:a16="http://schemas.microsoft.com/office/drawing/2014/main" id="{AE299CCE-656B-5D61-7ABD-17E9FA404EFF}"/>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643505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タイトルとコンテンツ　赤色">
    <p:spTree>
      <p:nvGrpSpPr>
        <p:cNvPr id="1" name=""/>
        <p:cNvGrpSpPr/>
        <p:nvPr/>
      </p:nvGrpSpPr>
      <p:grpSpPr>
        <a:xfrm>
          <a:off x="0" y="0"/>
          <a:ext cx="0" cy="0"/>
          <a:chOff x="0" y="0"/>
          <a:chExt cx="0" cy="0"/>
        </a:xfrm>
      </p:grpSpPr>
      <p:sp>
        <p:nvSpPr>
          <p:cNvPr id="2" name="正方形/長方形 15">
            <a:extLst>
              <a:ext uri="{FF2B5EF4-FFF2-40B4-BE49-F238E27FC236}">
                <a16:creationId xmlns:a16="http://schemas.microsoft.com/office/drawing/2014/main" id="{3E5BFDC3-D231-CD27-D97D-5AC0E97BC0AA}"/>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Content Placeholder 2">
            <a:extLst>
              <a:ext uri="{FF2B5EF4-FFF2-40B4-BE49-F238E27FC236}">
                <a16:creationId xmlns:a16="http://schemas.microsoft.com/office/drawing/2014/main" id="{B2193D8A-5CD3-B489-34E8-74FAED79D5D9}"/>
              </a:ext>
            </a:extLst>
          </p:cNvPr>
          <p:cNvSpPr txBox="1">
            <a:spLocks noGrp="1"/>
          </p:cNvSpPr>
          <p:nvPr>
            <p:ph idx="4294967295"/>
          </p:nvPr>
        </p:nvSpPr>
        <p:spPr>
          <a:xfrm>
            <a:off x="510948" y="1381566"/>
            <a:ext cx="9721187" cy="5278273"/>
          </a:xfrm>
        </p:spPr>
        <p:txBody>
          <a:bodyPr/>
          <a:lstStyle>
            <a:lvl1pPr>
              <a:defRPr/>
            </a:lvl1pPr>
            <a:lvl2pPr>
              <a:defRPr/>
            </a:lvl2pPr>
            <a:lvl3pPr>
              <a:defRPr/>
            </a:lvl3pPr>
            <a:lvl4pPr>
              <a:defRPr/>
            </a:lvl4pPr>
            <a:lvl5pPr>
              <a:defRPr/>
            </a:lvl5pPr>
          </a:lstStyle>
          <a:p>
            <a:pPr lvl="0"/>
            <a:r>
              <a:rPr lang="ja-JP"/>
              <a:t>マスター テキストの書式設定</a:t>
            </a:r>
          </a:p>
          <a:p>
            <a:pPr lvl="1"/>
            <a:r>
              <a:rPr lang="ja-JP"/>
              <a:t>第</a:t>
            </a:r>
            <a:r>
              <a:rPr lang="en-US"/>
              <a:t xml:space="preserve"> 2 </a:t>
            </a:r>
            <a:r>
              <a:rPr lang="ja-JP"/>
              <a:t>レベル</a:t>
            </a:r>
          </a:p>
          <a:p>
            <a:pPr lvl="2"/>
            <a:r>
              <a:rPr lang="ja-JP"/>
              <a:t>第</a:t>
            </a:r>
            <a:r>
              <a:rPr lang="en-US"/>
              <a:t xml:space="preserve"> 3 </a:t>
            </a:r>
            <a:r>
              <a:rPr lang="ja-JP"/>
              <a:t>レベル</a:t>
            </a:r>
          </a:p>
          <a:p>
            <a:pPr lvl="3"/>
            <a:r>
              <a:rPr lang="ja-JP"/>
              <a:t>第</a:t>
            </a:r>
            <a:r>
              <a:rPr lang="en-US"/>
              <a:t xml:space="preserve"> 4 </a:t>
            </a:r>
            <a:r>
              <a:rPr lang="ja-JP"/>
              <a:t>レベル</a:t>
            </a:r>
          </a:p>
          <a:p>
            <a:pPr lvl="4"/>
            <a:r>
              <a:rPr lang="ja-JP"/>
              <a:t>第</a:t>
            </a:r>
            <a:r>
              <a:rPr lang="en-US"/>
              <a:t xml:space="preserve"> 5 </a:t>
            </a:r>
            <a:r>
              <a:rPr lang="ja-JP"/>
              <a:t>レベル</a:t>
            </a:r>
            <a:endParaRPr lang="en-US"/>
          </a:p>
        </p:txBody>
      </p:sp>
      <p:cxnSp>
        <p:nvCxnSpPr>
          <p:cNvPr id="4" name="直線コネクタ 21">
            <a:extLst>
              <a:ext uri="{FF2B5EF4-FFF2-40B4-BE49-F238E27FC236}">
                <a16:creationId xmlns:a16="http://schemas.microsoft.com/office/drawing/2014/main" id="{63661C5A-934F-9232-121C-C866CDB91048}"/>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5" name="正方形/長方形 24">
            <a:extLst>
              <a:ext uri="{FF2B5EF4-FFF2-40B4-BE49-F238E27FC236}">
                <a16:creationId xmlns:a16="http://schemas.microsoft.com/office/drawing/2014/main" id="{6D47856A-2FDF-E0A5-FD18-95420F2B5A35}"/>
              </a:ext>
            </a:extLst>
          </p:cNvPr>
          <p:cNvSpPr/>
          <p:nvPr/>
        </p:nvSpPr>
        <p:spPr>
          <a:xfrm>
            <a:off x="327528" y="0"/>
            <a:ext cx="71999" cy="1079997"/>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25">
            <a:extLst>
              <a:ext uri="{FF2B5EF4-FFF2-40B4-BE49-F238E27FC236}">
                <a16:creationId xmlns:a16="http://schemas.microsoft.com/office/drawing/2014/main" id="{185ABE00-7578-A98A-7C51-6F7E96F6BACB}"/>
              </a:ext>
            </a:extLst>
          </p:cNvPr>
          <p:cNvSpPr/>
          <p:nvPr/>
        </p:nvSpPr>
        <p:spPr>
          <a:xfrm>
            <a:off x="431999" y="0"/>
            <a:ext cx="35999" cy="359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26">
            <a:extLst>
              <a:ext uri="{FF2B5EF4-FFF2-40B4-BE49-F238E27FC236}">
                <a16:creationId xmlns:a16="http://schemas.microsoft.com/office/drawing/2014/main" id="{F8A120AD-6007-A81C-D9CC-09E75BE18372}"/>
              </a:ext>
            </a:extLst>
          </p:cNvPr>
          <p:cNvSpPr/>
          <p:nvPr/>
        </p:nvSpPr>
        <p:spPr>
          <a:xfrm>
            <a:off x="503998" y="0"/>
            <a:ext cx="35999" cy="359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正方形/長方形 27">
            <a:extLst>
              <a:ext uri="{FF2B5EF4-FFF2-40B4-BE49-F238E27FC236}">
                <a16:creationId xmlns:a16="http://schemas.microsoft.com/office/drawing/2014/main" id="{A501AB16-AD01-DE9F-3BD8-FD13497C03BD}"/>
              </a:ext>
            </a:extLst>
          </p:cNvPr>
          <p:cNvSpPr/>
          <p:nvPr/>
        </p:nvSpPr>
        <p:spPr>
          <a:xfrm>
            <a:off x="575998" y="0"/>
            <a:ext cx="35999" cy="359999"/>
          </a:xfrm>
          <a:prstGeom prst="rect">
            <a:avLst/>
          </a:prstGeom>
          <a:solidFill>
            <a:srgbClr val="0057BA"/>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9" name="直線コネクタ 28">
            <a:extLst>
              <a:ext uri="{FF2B5EF4-FFF2-40B4-BE49-F238E27FC236}">
                <a16:creationId xmlns:a16="http://schemas.microsoft.com/office/drawing/2014/main" id="{097650C1-ECBE-78A3-4BDD-4C0A6F6BC0EE}"/>
              </a:ext>
            </a:extLst>
          </p:cNvPr>
          <p:cNvCxnSpPr/>
          <p:nvPr/>
        </p:nvCxnSpPr>
        <p:spPr>
          <a:xfrm>
            <a:off x="-182" y="359999"/>
            <a:ext cx="10691996" cy="0"/>
          </a:xfrm>
          <a:prstGeom prst="straightConnector1">
            <a:avLst/>
          </a:prstGeom>
          <a:noFill/>
          <a:ln w="15873" cap="flat">
            <a:solidFill>
              <a:srgbClr val="EF9B86"/>
            </a:solidFill>
            <a:prstDash val="solid"/>
            <a:miter/>
          </a:ln>
        </p:spPr>
      </p:cxnSp>
      <p:sp>
        <p:nvSpPr>
          <p:cNvPr id="10" name="Title 1">
            <a:extLst>
              <a:ext uri="{FF2B5EF4-FFF2-40B4-BE49-F238E27FC236}">
                <a16:creationId xmlns:a16="http://schemas.microsoft.com/office/drawing/2014/main" id="{CFF8012E-CBB7-27D4-8F33-9E10BDF8FF82}"/>
              </a:ext>
            </a:extLst>
          </p:cNvPr>
          <p:cNvSpPr txBox="1">
            <a:spLocks noGrp="1"/>
          </p:cNvSpPr>
          <p:nvPr>
            <p:ph type="title"/>
          </p:nvPr>
        </p:nvSpPr>
        <p:spPr>
          <a:xfrm>
            <a:off x="399528" y="430344"/>
            <a:ext cx="10101184" cy="613050"/>
          </a:xfrm>
        </p:spPr>
        <p:txBody>
          <a:bodyPr>
            <a:noAutofit/>
          </a:bodyPr>
          <a:lstStyle>
            <a:lvl1pPr>
              <a:defRPr sz="2800" b="1">
                <a:latin typeface="游ゴシック" pitchFamily="34"/>
                <a:ea typeface="游ゴシック" pitchFamily="34"/>
              </a:defRPr>
            </a:lvl1pPr>
          </a:lstStyle>
          <a:p>
            <a:pPr lvl="0"/>
            <a:r>
              <a:rPr lang="ja-JP"/>
              <a:t>見出しが入ります</a:t>
            </a:r>
            <a:endParaRPr lang="en-US"/>
          </a:p>
        </p:txBody>
      </p:sp>
      <p:pic>
        <p:nvPicPr>
          <p:cNvPr id="11" name="図 16">
            <a:extLst>
              <a:ext uri="{FF2B5EF4-FFF2-40B4-BE49-F238E27FC236}">
                <a16:creationId xmlns:a16="http://schemas.microsoft.com/office/drawing/2014/main" id="{126766B6-139E-377A-5F57-C1D2A7CF2DB6}"/>
              </a:ext>
            </a:extLst>
          </p:cNvPr>
          <p:cNvPicPr>
            <a:picLocks noChangeAspect="1"/>
          </p:cNvPicPr>
          <p:nvPr/>
        </p:nvPicPr>
        <p:blipFill>
          <a:blip r:embed="rId2"/>
          <a:stretch>
            <a:fillRect/>
          </a:stretch>
        </p:blipFill>
        <p:spPr>
          <a:xfrm>
            <a:off x="9336472" y="27294"/>
            <a:ext cx="1164241" cy="321914"/>
          </a:xfrm>
          <a:prstGeom prst="rect">
            <a:avLst/>
          </a:prstGeom>
          <a:noFill/>
          <a:ln cap="flat">
            <a:noFill/>
          </a:ln>
        </p:spPr>
      </p:pic>
      <p:sp>
        <p:nvSpPr>
          <p:cNvPr id="12" name="Slide Number Placeholder 5">
            <a:extLst>
              <a:ext uri="{FF2B5EF4-FFF2-40B4-BE49-F238E27FC236}">
                <a16:creationId xmlns:a16="http://schemas.microsoft.com/office/drawing/2014/main" id="{1F07F548-19D3-7AF8-E987-31B082CA61F9}"/>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358B1DF8-205D-8442-846A-336D324D003F}" type="slidenum">
              <a:t>‹#›</a:t>
            </a:fld>
            <a:endParaRPr lang="en-US"/>
          </a:p>
        </p:txBody>
      </p:sp>
      <p:pic>
        <p:nvPicPr>
          <p:cNvPr id="13" name="図 19">
            <a:extLst>
              <a:ext uri="{FF2B5EF4-FFF2-40B4-BE49-F238E27FC236}">
                <a16:creationId xmlns:a16="http://schemas.microsoft.com/office/drawing/2014/main" id="{8EAE1946-BC42-512C-5B53-66C90197519A}"/>
              </a:ext>
            </a:extLst>
          </p:cNvPr>
          <p:cNvPicPr>
            <a:picLocks noChangeAspect="1"/>
          </p:cNvPicPr>
          <p:nvPr/>
        </p:nvPicPr>
        <p:blipFill>
          <a:blip r:embed="rId3"/>
          <a:stretch>
            <a:fillRect/>
          </a:stretch>
        </p:blipFill>
        <p:spPr>
          <a:xfrm>
            <a:off x="3885404" y="7309594"/>
            <a:ext cx="2920995" cy="165104"/>
          </a:xfrm>
          <a:prstGeom prst="rect">
            <a:avLst/>
          </a:prstGeom>
          <a:noFill/>
          <a:ln cap="flat">
            <a:noFill/>
          </a:ln>
        </p:spPr>
      </p:pic>
      <p:sp>
        <p:nvSpPr>
          <p:cNvPr id="14" name="Subtitle 2">
            <a:extLst>
              <a:ext uri="{FF2B5EF4-FFF2-40B4-BE49-F238E27FC236}">
                <a16:creationId xmlns:a16="http://schemas.microsoft.com/office/drawing/2014/main" id="{054DABCD-2DD1-6754-6224-EE65F688F8B5}"/>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1046630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見出し　黄色">
    <p:spTree>
      <p:nvGrpSpPr>
        <p:cNvPr id="1" name=""/>
        <p:cNvGrpSpPr/>
        <p:nvPr/>
      </p:nvGrpSpPr>
      <p:grpSpPr>
        <a:xfrm>
          <a:off x="0" y="0"/>
          <a:ext cx="0" cy="0"/>
          <a:chOff x="0" y="0"/>
          <a:chExt cx="0" cy="0"/>
        </a:xfrm>
      </p:grpSpPr>
      <p:sp>
        <p:nvSpPr>
          <p:cNvPr id="2" name="正方形/長方形 12">
            <a:extLst>
              <a:ext uri="{FF2B5EF4-FFF2-40B4-BE49-F238E27FC236}">
                <a16:creationId xmlns:a16="http://schemas.microsoft.com/office/drawing/2014/main" id="{0AC44670-59C5-118F-09C0-13E1013BADC0}"/>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3" name="直線コネクタ 22">
            <a:extLst>
              <a:ext uri="{FF2B5EF4-FFF2-40B4-BE49-F238E27FC236}">
                <a16:creationId xmlns:a16="http://schemas.microsoft.com/office/drawing/2014/main" id="{638FDF16-444E-F7B0-4C82-B354C69342E0}"/>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4" name="正方形/長方形 18">
            <a:extLst>
              <a:ext uri="{FF2B5EF4-FFF2-40B4-BE49-F238E27FC236}">
                <a16:creationId xmlns:a16="http://schemas.microsoft.com/office/drawing/2014/main" id="{F09DEF46-456E-073B-CCE0-E7BCF7E60F59}"/>
              </a:ext>
            </a:extLst>
          </p:cNvPr>
          <p:cNvSpPr/>
          <p:nvPr/>
        </p:nvSpPr>
        <p:spPr>
          <a:xfrm>
            <a:off x="666003" y="3600001"/>
            <a:ext cx="719998"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5" name="正方形/長方形 19">
            <a:extLst>
              <a:ext uri="{FF2B5EF4-FFF2-40B4-BE49-F238E27FC236}">
                <a16:creationId xmlns:a16="http://schemas.microsoft.com/office/drawing/2014/main" id="{E034D930-53ED-7AB1-553F-40A4C13ACF55}"/>
              </a:ext>
            </a:extLst>
          </p:cNvPr>
          <p:cNvSpPr/>
          <p:nvPr/>
        </p:nvSpPr>
        <p:spPr>
          <a:xfrm>
            <a:off x="1386001" y="3600001"/>
            <a:ext cx="7200003"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20">
            <a:extLst>
              <a:ext uri="{FF2B5EF4-FFF2-40B4-BE49-F238E27FC236}">
                <a16:creationId xmlns:a16="http://schemas.microsoft.com/office/drawing/2014/main" id="{A7E29FAA-A7BA-82B6-848C-317871A9A312}"/>
              </a:ext>
            </a:extLst>
          </p:cNvPr>
          <p:cNvSpPr/>
          <p:nvPr/>
        </p:nvSpPr>
        <p:spPr>
          <a:xfrm>
            <a:off x="8585813" y="3600001"/>
            <a:ext cx="719998"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21">
            <a:extLst>
              <a:ext uri="{FF2B5EF4-FFF2-40B4-BE49-F238E27FC236}">
                <a16:creationId xmlns:a16="http://schemas.microsoft.com/office/drawing/2014/main" id="{E7D4FB5F-A735-42F1-E51A-0172A714BDA4}"/>
              </a:ext>
            </a:extLst>
          </p:cNvPr>
          <p:cNvSpPr/>
          <p:nvPr/>
        </p:nvSpPr>
        <p:spPr>
          <a:xfrm>
            <a:off x="9305812" y="3600001"/>
            <a:ext cx="719998"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Title 1">
            <a:extLst>
              <a:ext uri="{FF2B5EF4-FFF2-40B4-BE49-F238E27FC236}">
                <a16:creationId xmlns:a16="http://schemas.microsoft.com/office/drawing/2014/main" id="{1305C94E-06B4-91A5-F199-60561F4076CA}"/>
              </a:ext>
            </a:extLst>
          </p:cNvPr>
          <p:cNvSpPr txBox="1">
            <a:spLocks noGrp="1"/>
          </p:cNvSpPr>
          <p:nvPr>
            <p:ph type="title"/>
          </p:nvPr>
        </p:nvSpPr>
        <p:spPr>
          <a:xfrm>
            <a:off x="801883" y="3013798"/>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9" name="Subtitle 2">
            <a:extLst>
              <a:ext uri="{FF2B5EF4-FFF2-40B4-BE49-F238E27FC236}">
                <a16:creationId xmlns:a16="http://schemas.microsoft.com/office/drawing/2014/main" id="{1688ACD0-C4A2-7A06-5793-758767BA1BAD}"/>
              </a:ext>
            </a:extLst>
          </p:cNvPr>
          <p:cNvSpPr txBox="1">
            <a:spLocks noGrp="1"/>
          </p:cNvSpPr>
          <p:nvPr>
            <p:ph type="subTitle" idx="4294967295"/>
          </p:nvPr>
        </p:nvSpPr>
        <p:spPr>
          <a:xfrm>
            <a:off x="1336477" y="3713552"/>
            <a:ext cx="8018858" cy="402482"/>
          </a:xfrm>
        </p:spPr>
        <p:txBody>
          <a:bodyPr anchorCtr="1"/>
          <a:lstStyle>
            <a:lvl1pPr marL="0" indent="0" algn="ctr">
              <a:buNone/>
              <a:defRPr sz="2400"/>
            </a:lvl1pPr>
          </a:lstStyle>
          <a:p>
            <a:pPr lvl="0"/>
            <a:r>
              <a:rPr lang="ja-JP"/>
              <a:t>サブタイトルが入ります</a:t>
            </a:r>
            <a:endParaRPr lang="en-US"/>
          </a:p>
        </p:txBody>
      </p:sp>
      <p:sp>
        <p:nvSpPr>
          <p:cNvPr id="10" name="Slide Number Placeholder 5">
            <a:extLst>
              <a:ext uri="{FF2B5EF4-FFF2-40B4-BE49-F238E27FC236}">
                <a16:creationId xmlns:a16="http://schemas.microsoft.com/office/drawing/2014/main" id="{1B6F54BB-5223-3D71-BBD0-E70A960B230E}"/>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14B42BB4-DF6D-DD46-B6C0-55E5AE9A0BAF}" type="slidenum">
              <a:t>‹#›</a:t>
            </a:fld>
            <a:endParaRPr lang="en-US"/>
          </a:p>
        </p:txBody>
      </p:sp>
      <p:pic>
        <p:nvPicPr>
          <p:cNvPr id="11" name="図 14">
            <a:extLst>
              <a:ext uri="{FF2B5EF4-FFF2-40B4-BE49-F238E27FC236}">
                <a16:creationId xmlns:a16="http://schemas.microsoft.com/office/drawing/2014/main" id="{6ECC769D-1A52-7F1D-4E7C-678D1666259C}"/>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12" name="Subtitle 2">
            <a:extLst>
              <a:ext uri="{FF2B5EF4-FFF2-40B4-BE49-F238E27FC236}">
                <a16:creationId xmlns:a16="http://schemas.microsoft.com/office/drawing/2014/main" id="{2BECF958-01B5-5507-725A-CBBC7DCBE617}"/>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1395324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タイトルとコンテンツ　黄色">
    <p:spTree>
      <p:nvGrpSpPr>
        <p:cNvPr id="1" name=""/>
        <p:cNvGrpSpPr/>
        <p:nvPr/>
      </p:nvGrpSpPr>
      <p:grpSpPr>
        <a:xfrm>
          <a:off x="0" y="0"/>
          <a:ext cx="0" cy="0"/>
          <a:chOff x="0" y="0"/>
          <a:chExt cx="0" cy="0"/>
        </a:xfrm>
      </p:grpSpPr>
      <p:sp>
        <p:nvSpPr>
          <p:cNvPr id="2" name="正方形/長方形 15">
            <a:extLst>
              <a:ext uri="{FF2B5EF4-FFF2-40B4-BE49-F238E27FC236}">
                <a16:creationId xmlns:a16="http://schemas.microsoft.com/office/drawing/2014/main" id="{660CB1BF-6AA6-86C2-296A-29C6A6503787}"/>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Content Placeholder 2">
            <a:extLst>
              <a:ext uri="{FF2B5EF4-FFF2-40B4-BE49-F238E27FC236}">
                <a16:creationId xmlns:a16="http://schemas.microsoft.com/office/drawing/2014/main" id="{00F06437-7BB9-1C30-57BB-633455F678AE}"/>
              </a:ext>
            </a:extLst>
          </p:cNvPr>
          <p:cNvSpPr txBox="1">
            <a:spLocks noGrp="1"/>
          </p:cNvSpPr>
          <p:nvPr>
            <p:ph idx="4294967295"/>
          </p:nvPr>
        </p:nvSpPr>
        <p:spPr>
          <a:xfrm>
            <a:off x="510948" y="1381566"/>
            <a:ext cx="9721187" cy="5278273"/>
          </a:xfrm>
        </p:spPr>
        <p:txBody>
          <a:bodyPr/>
          <a:lstStyle>
            <a:lvl1pPr>
              <a:defRPr/>
            </a:lvl1pPr>
            <a:lvl2pPr>
              <a:defRPr/>
            </a:lvl2pPr>
            <a:lvl3pPr>
              <a:defRPr/>
            </a:lvl3pPr>
            <a:lvl4pPr>
              <a:defRPr/>
            </a:lvl4pPr>
            <a:lvl5pPr>
              <a:defRPr/>
            </a:lvl5pPr>
          </a:lstStyle>
          <a:p>
            <a:pPr lvl="0"/>
            <a:r>
              <a:rPr lang="ja-JP"/>
              <a:t>マスター テキストの書式設定</a:t>
            </a:r>
          </a:p>
          <a:p>
            <a:pPr lvl="1"/>
            <a:r>
              <a:rPr lang="ja-JP"/>
              <a:t>第</a:t>
            </a:r>
            <a:r>
              <a:rPr lang="en-US"/>
              <a:t xml:space="preserve"> 2 </a:t>
            </a:r>
            <a:r>
              <a:rPr lang="ja-JP"/>
              <a:t>レベル</a:t>
            </a:r>
          </a:p>
          <a:p>
            <a:pPr lvl="2"/>
            <a:r>
              <a:rPr lang="ja-JP"/>
              <a:t>第</a:t>
            </a:r>
            <a:r>
              <a:rPr lang="en-US"/>
              <a:t xml:space="preserve"> 3 </a:t>
            </a:r>
            <a:r>
              <a:rPr lang="ja-JP"/>
              <a:t>レベル</a:t>
            </a:r>
          </a:p>
          <a:p>
            <a:pPr lvl="3"/>
            <a:r>
              <a:rPr lang="ja-JP"/>
              <a:t>第</a:t>
            </a:r>
            <a:r>
              <a:rPr lang="en-US"/>
              <a:t xml:space="preserve"> 4 </a:t>
            </a:r>
            <a:r>
              <a:rPr lang="ja-JP"/>
              <a:t>レベル</a:t>
            </a:r>
          </a:p>
          <a:p>
            <a:pPr lvl="4"/>
            <a:r>
              <a:rPr lang="ja-JP"/>
              <a:t>第</a:t>
            </a:r>
            <a:r>
              <a:rPr lang="en-US"/>
              <a:t xml:space="preserve"> 5 </a:t>
            </a:r>
            <a:r>
              <a:rPr lang="ja-JP"/>
              <a:t>レベル</a:t>
            </a:r>
            <a:endParaRPr lang="en-US"/>
          </a:p>
        </p:txBody>
      </p:sp>
      <p:cxnSp>
        <p:nvCxnSpPr>
          <p:cNvPr id="4" name="直線コネクタ 21">
            <a:extLst>
              <a:ext uri="{FF2B5EF4-FFF2-40B4-BE49-F238E27FC236}">
                <a16:creationId xmlns:a16="http://schemas.microsoft.com/office/drawing/2014/main" id="{7D35736C-2A65-DA57-92C4-7DE8D7D65EC8}"/>
              </a:ext>
            </a:extLst>
          </p:cNvPr>
          <p:cNvCxnSpPr/>
          <p:nvPr/>
        </p:nvCxnSpPr>
        <p:spPr>
          <a:xfrm>
            <a:off x="-5779" y="7166518"/>
            <a:ext cx="10692006" cy="0"/>
          </a:xfrm>
          <a:prstGeom prst="straightConnector1">
            <a:avLst/>
          </a:prstGeom>
          <a:noFill/>
          <a:ln w="7616" cap="flat">
            <a:solidFill>
              <a:srgbClr val="004198"/>
            </a:solidFill>
            <a:prstDash val="solid"/>
            <a:miter/>
          </a:ln>
        </p:spPr>
      </p:cxnSp>
      <p:cxnSp>
        <p:nvCxnSpPr>
          <p:cNvPr id="5" name="直線コネクタ 19">
            <a:extLst>
              <a:ext uri="{FF2B5EF4-FFF2-40B4-BE49-F238E27FC236}">
                <a16:creationId xmlns:a16="http://schemas.microsoft.com/office/drawing/2014/main" id="{CF9774FE-8A34-3B4C-9530-5D03D58FA0B1}"/>
              </a:ext>
            </a:extLst>
          </p:cNvPr>
          <p:cNvCxnSpPr/>
          <p:nvPr/>
        </p:nvCxnSpPr>
        <p:spPr>
          <a:xfrm>
            <a:off x="-182" y="359999"/>
            <a:ext cx="10691996" cy="0"/>
          </a:xfrm>
          <a:prstGeom prst="straightConnector1">
            <a:avLst/>
          </a:prstGeom>
          <a:noFill/>
          <a:ln w="15873" cap="flat">
            <a:solidFill>
              <a:srgbClr val="FBD13E"/>
            </a:solidFill>
            <a:prstDash val="solid"/>
            <a:miter/>
          </a:ln>
        </p:spPr>
      </p:cxnSp>
      <p:sp>
        <p:nvSpPr>
          <p:cNvPr id="6" name="正方形/長方形 20">
            <a:extLst>
              <a:ext uri="{FF2B5EF4-FFF2-40B4-BE49-F238E27FC236}">
                <a16:creationId xmlns:a16="http://schemas.microsoft.com/office/drawing/2014/main" id="{ACDA631B-C71A-693B-01EF-29ABCB17FCEE}"/>
              </a:ext>
            </a:extLst>
          </p:cNvPr>
          <p:cNvSpPr/>
          <p:nvPr/>
        </p:nvSpPr>
        <p:spPr>
          <a:xfrm>
            <a:off x="327528" y="0"/>
            <a:ext cx="71999" cy="1079997"/>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30">
            <a:extLst>
              <a:ext uri="{FF2B5EF4-FFF2-40B4-BE49-F238E27FC236}">
                <a16:creationId xmlns:a16="http://schemas.microsoft.com/office/drawing/2014/main" id="{1CCD2D0F-B1CC-2452-283E-87024A5696A9}"/>
              </a:ext>
            </a:extLst>
          </p:cNvPr>
          <p:cNvSpPr/>
          <p:nvPr/>
        </p:nvSpPr>
        <p:spPr>
          <a:xfrm>
            <a:off x="431999" y="0"/>
            <a:ext cx="35999" cy="359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正方形/長方形 31">
            <a:extLst>
              <a:ext uri="{FF2B5EF4-FFF2-40B4-BE49-F238E27FC236}">
                <a16:creationId xmlns:a16="http://schemas.microsoft.com/office/drawing/2014/main" id="{F8A86C24-62C4-E53C-6E90-1E299C24E9AF}"/>
              </a:ext>
            </a:extLst>
          </p:cNvPr>
          <p:cNvSpPr/>
          <p:nvPr/>
        </p:nvSpPr>
        <p:spPr>
          <a:xfrm>
            <a:off x="503998" y="0"/>
            <a:ext cx="35999" cy="359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9" name="正方形/長方形 32">
            <a:extLst>
              <a:ext uri="{FF2B5EF4-FFF2-40B4-BE49-F238E27FC236}">
                <a16:creationId xmlns:a16="http://schemas.microsoft.com/office/drawing/2014/main" id="{0C2D7AAC-C2D6-0652-8123-C757CAC24A98}"/>
              </a:ext>
            </a:extLst>
          </p:cNvPr>
          <p:cNvSpPr/>
          <p:nvPr/>
        </p:nvSpPr>
        <p:spPr>
          <a:xfrm>
            <a:off x="575998" y="0"/>
            <a:ext cx="35999" cy="359999"/>
          </a:xfrm>
          <a:prstGeom prst="rect">
            <a:avLst/>
          </a:prstGeom>
          <a:solidFill>
            <a:srgbClr val="0057BA"/>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10" name="Title 1">
            <a:extLst>
              <a:ext uri="{FF2B5EF4-FFF2-40B4-BE49-F238E27FC236}">
                <a16:creationId xmlns:a16="http://schemas.microsoft.com/office/drawing/2014/main" id="{E238CAA4-DC42-9839-E021-F40BEB1F146C}"/>
              </a:ext>
            </a:extLst>
          </p:cNvPr>
          <p:cNvSpPr txBox="1">
            <a:spLocks noGrp="1"/>
          </p:cNvSpPr>
          <p:nvPr>
            <p:ph type="title"/>
          </p:nvPr>
        </p:nvSpPr>
        <p:spPr>
          <a:xfrm>
            <a:off x="399528" y="430344"/>
            <a:ext cx="10101184" cy="613050"/>
          </a:xfrm>
        </p:spPr>
        <p:txBody>
          <a:bodyPr>
            <a:noAutofit/>
          </a:bodyPr>
          <a:lstStyle>
            <a:lvl1pPr>
              <a:defRPr sz="2800" b="1">
                <a:latin typeface="游ゴシック" pitchFamily="34"/>
                <a:ea typeface="游ゴシック" pitchFamily="34"/>
              </a:defRPr>
            </a:lvl1pPr>
          </a:lstStyle>
          <a:p>
            <a:pPr lvl="0"/>
            <a:r>
              <a:rPr lang="ja-JP"/>
              <a:t>見出しが入ります</a:t>
            </a:r>
            <a:endParaRPr lang="en-US"/>
          </a:p>
        </p:txBody>
      </p:sp>
      <p:pic>
        <p:nvPicPr>
          <p:cNvPr id="11" name="図 16">
            <a:extLst>
              <a:ext uri="{FF2B5EF4-FFF2-40B4-BE49-F238E27FC236}">
                <a16:creationId xmlns:a16="http://schemas.microsoft.com/office/drawing/2014/main" id="{5F835099-F6B0-3B7E-3466-3AD3F31622F4}"/>
              </a:ext>
            </a:extLst>
          </p:cNvPr>
          <p:cNvPicPr>
            <a:picLocks noChangeAspect="1"/>
          </p:cNvPicPr>
          <p:nvPr/>
        </p:nvPicPr>
        <p:blipFill>
          <a:blip r:embed="rId2"/>
          <a:stretch>
            <a:fillRect/>
          </a:stretch>
        </p:blipFill>
        <p:spPr>
          <a:xfrm>
            <a:off x="9336472" y="27294"/>
            <a:ext cx="1164241" cy="321914"/>
          </a:xfrm>
          <a:prstGeom prst="rect">
            <a:avLst/>
          </a:prstGeom>
          <a:noFill/>
          <a:ln cap="flat">
            <a:noFill/>
          </a:ln>
        </p:spPr>
      </p:pic>
      <p:sp>
        <p:nvSpPr>
          <p:cNvPr id="12" name="Slide Number Placeholder 5">
            <a:extLst>
              <a:ext uri="{FF2B5EF4-FFF2-40B4-BE49-F238E27FC236}">
                <a16:creationId xmlns:a16="http://schemas.microsoft.com/office/drawing/2014/main" id="{8216A5D1-FA66-7D20-68B4-AFED86D9950B}"/>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369F36D1-5BAD-4045-B7CE-54E3857C8555}" type="slidenum">
              <a:t>‹#›</a:t>
            </a:fld>
            <a:endParaRPr lang="en-US"/>
          </a:p>
        </p:txBody>
      </p:sp>
      <p:pic>
        <p:nvPicPr>
          <p:cNvPr id="13" name="図 22">
            <a:extLst>
              <a:ext uri="{FF2B5EF4-FFF2-40B4-BE49-F238E27FC236}">
                <a16:creationId xmlns:a16="http://schemas.microsoft.com/office/drawing/2014/main" id="{CC2E54AB-C0B9-2D43-6EA0-D20EAA287BAE}"/>
              </a:ext>
            </a:extLst>
          </p:cNvPr>
          <p:cNvPicPr>
            <a:picLocks noChangeAspect="1"/>
          </p:cNvPicPr>
          <p:nvPr/>
        </p:nvPicPr>
        <p:blipFill>
          <a:blip r:embed="rId3"/>
          <a:stretch>
            <a:fillRect/>
          </a:stretch>
        </p:blipFill>
        <p:spPr>
          <a:xfrm>
            <a:off x="3885404" y="7309594"/>
            <a:ext cx="2920995" cy="165104"/>
          </a:xfrm>
          <a:prstGeom prst="rect">
            <a:avLst/>
          </a:prstGeom>
          <a:noFill/>
          <a:ln cap="flat">
            <a:noFill/>
          </a:ln>
        </p:spPr>
      </p:pic>
      <p:sp>
        <p:nvSpPr>
          <p:cNvPr id="14" name="Subtitle 2">
            <a:extLst>
              <a:ext uri="{FF2B5EF4-FFF2-40B4-BE49-F238E27FC236}">
                <a16:creationId xmlns:a16="http://schemas.microsoft.com/office/drawing/2014/main" id="{7E5230E8-E9DA-2902-4B9A-A7C22C457293}"/>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1001620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見出し　紺色">
    <p:spTree>
      <p:nvGrpSpPr>
        <p:cNvPr id="1" name=""/>
        <p:cNvGrpSpPr/>
        <p:nvPr/>
      </p:nvGrpSpPr>
      <p:grpSpPr>
        <a:xfrm>
          <a:off x="0" y="0"/>
          <a:ext cx="0" cy="0"/>
          <a:chOff x="0" y="0"/>
          <a:chExt cx="0" cy="0"/>
        </a:xfrm>
      </p:grpSpPr>
      <p:sp>
        <p:nvSpPr>
          <p:cNvPr id="2" name="正方形/長方形 17">
            <a:extLst>
              <a:ext uri="{FF2B5EF4-FFF2-40B4-BE49-F238E27FC236}">
                <a16:creationId xmlns:a16="http://schemas.microsoft.com/office/drawing/2014/main" id="{A0BBB0A7-1268-58A4-AE30-311E375B4862}"/>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3" name="直線コネクタ 22">
            <a:extLst>
              <a:ext uri="{FF2B5EF4-FFF2-40B4-BE49-F238E27FC236}">
                <a16:creationId xmlns:a16="http://schemas.microsoft.com/office/drawing/2014/main" id="{12A8B6B4-3500-C99D-C3AD-507026CC4F58}"/>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4" name="正方形/長方形 11">
            <a:extLst>
              <a:ext uri="{FF2B5EF4-FFF2-40B4-BE49-F238E27FC236}">
                <a16:creationId xmlns:a16="http://schemas.microsoft.com/office/drawing/2014/main" id="{529F83BB-F53A-1D89-6292-D26F8EDFBC6E}"/>
              </a:ext>
            </a:extLst>
          </p:cNvPr>
          <p:cNvSpPr/>
          <p:nvPr/>
        </p:nvSpPr>
        <p:spPr>
          <a:xfrm>
            <a:off x="666003" y="3600001"/>
            <a:ext cx="719998" cy="35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5" name="正方形/長方形 12">
            <a:extLst>
              <a:ext uri="{FF2B5EF4-FFF2-40B4-BE49-F238E27FC236}">
                <a16:creationId xmlns:a16="http://schemas.microsoft.com/office/drawing/2014/main" id="{60920373-5EDE-A216-8A67-FABE22CAAA38}"/>
              </a:ext>
            </a:extLst>
          </p:cNvPr>
          <p:cNvSpPr/>
          <p:nvPr/>
        </p:nvSpPr>
        <p:spPr>
          <a:xfrm>
            <a:off x="1386001" y="3600001"/>
            <a:ext cx="719998" cy="35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13">
            <a:extLst>
              <a:ext uri="{FF2B5EF4-FFF2-40B4-BE49-F238E27FC236}">
                <a16:creationId xmlns:a16="http://schemas.microsoft.com/office/drawing/2014/main" id="{087D90BB-4DB6-DB0D-B4BF-2CB67A7B025E}"/>
              </a:ext>
            </a:extLst>
          </p:cNvPr>
          <p:cNvSpPr/>
          <p:nvPr/>
        </p:nvSpPr>
        <p:spPr>
          <a:xfrm>
            <a:off x="2106000" y="3600001"/>
            <a:ext cx="719998" cy="35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14">
            <a:extLst>
              <a:ext uri="{FF2B5EF4-FFF2-40B4-BE49-F238E27FC236}">
                <a16:creationId xmlns:a16="http://schemas.microsoft.com/office/drawing/2014/main" id="{A75BD476-2392-0A14-1B15-FC8DB1D109FD}"/>
              </a:ext>
            </a:extLst>
          </p:cNvPr>
          <p:cNvSpPr/>
          <p:nvPr/>
        </p:nvSpPr>
        <p:spPr>
          <a:xfrm>
            <a:off x="2825998" y="3600001"/>
            <a:ext cx="7200003" cy="35999"/>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Title 1">
            <a:extLst>
              <a:ext uri="{FF2B5EF4-FFF2-40B4-BE49-F238E27FC236}">
                <a16:creationId xmlns:a16="http://schemas.microsoft.com/office/drawing/2014/main" id="{70F4A9DB-358F-2508-9062-0CCCAD14A6AB}"/>
              </a:ext>
            </a:extLst>
          </p:cNvPr>
          <p:cNvSpPr txBox="1">
            <a:spLocks noGrp="1"/>
          </p:cNvSpPr>
          <p:nvPr>
            <p:ph type="title"/>
          </p:nvPr>
        </p:nvSpPr>
        <p:spPr>
          <a:xfrm>
            <a:off x="801883" y="3013798"/>
            <a:ext cx="9088038" cy="567266"/>
          </a:xfrm>
        </p:spPr>
        <p:txBody>
          <a:bodyPr anchor="b" anchorCtr="1"/>
          <a:lstStyle>
            <a:lvl1pPr algn="ctr">
              <a:defRPr sz="3200" b="1">
                <a:latin typeface="游ゴシック" pitchFamily="50"/>
                <a:ea typeface="游ゴシック" pitchFamily="50"/>
              </a:defRPr>
            </a:lvl1pPr>
          </a:lstStyle>
          <a:p>
            <a:pPr lvl="0"/>
            <a:r>
              <a:rPr lang="ja-JP"/>
              <a:t>タイトルが入ります</a:t>
            </a:r>
            <a:endParaRPr lang="en-US"/>
          </a:p>
        </p:txBody>
      </p:sp>
      <p:sp>
        <p:nvSpPr>
          <p:cNvPr id="9" name="Subtitle 2">
            <a:extLst>
              <a:ext uri="{FF2B5EF4-FFF2-40B4-BE49-F238E27FC236}">
                <a16:creationId xmlns:a16="http://schemas.microsoft.com/office/drawing/2014/main" id="{F136E5E6-A9DF-F21E-8CBC-BA7EF75D6312}"/>
              </a:ext>
            </a:extLst>
          </p:cNvPr>
          <p:cNvSpPr txBox="1">
            <a:spLocks noGrp="1"/>
          </p:cNvSpPr>
          <p:nvPr>
            <p:ph type="subTitle" idx="4294967295"/>
          </p:nvPr>
        </p:nvSpPr>
        <p:spPr>
          <a:xfrm>
            <a:off x="1336477" y="3713552"/>
            <a:ext cx="8018858" cy="402482"/>
          </a:xfrm>
        </p:spPr>
        <p:txBody>
          <a:bodyPr anchorCtr="1"/>
          <a:lstStyle>
            <a:lvl1pPr marL="0" indent="0" algn="ctr">
              <a:buNone/>
              <a:defRPr sz="2400"/>
            </a:lvl1pPr>
          </a:lstStyle>
          <a:p>
            <a:pPr lvl="0"/>
            <a:r>
              <a:rPr lang="ja-JP"/>
              <a:t>サブタイトルが入ります</a:t>
            </a:r>
            <a:endParaRPr lang="en-US"/>
          </a:p>
        </p:txBody>
      </p:sp>
      <p:sp>
        <p:nvSpPr>
          <p:cNvPr id="10" name="Slide Number Placeholder 5">
            <a:extLst>
              <a:ext uri="{FF2B5EF4-FFF2-40B4-BE49-F238E27FC236}">
                <a16:creationId xmlns:a16="http://schemas.microsoft.com/office/drawing/2014/main" id="{A17383AC-38B2-02F0-A94E-39A9DA924C6F}"/>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D45FB087-3075-514E-BD00-C91A3BA8C070}" type="slidenum">
              <a:t>‹#›</a:t>
            </a:fld>
            <a:endParaRPr lang="en-US"/>
          </a:p>
        </p:txBody>
      </p:sp>
      <p:pic>
        <p:nvPicPr>
          <p:cNvPr id="11" name="図 19">
            <a:extLst>
              <a:ext uri="{FF2B5EF4-FFF2-40B4-BE49-F238E27FC236}">
                <a16:creationId xmlns:a16="http://schemas.microsoft.com/office/drawing/2014/main" id="{8BDC95A1-4088-1888-66A5-CA9CADE893C0}"/>
              </a:ext>
            </a:extLst>
          </p:cNvPr>
          <p:cNvPicPr>
            <a:picLocks noChangeAspect="1"/>
          </p:cNvPicPr>
          <p:nvPr/>
        </p:nvPicPr>
        <p:blipFill>
          <a:blip r:embed="rId2"/>
          <a:stretch>
            <a:fillRect/>
          </a:stretch>
        </p:blipFill>
        <p:spPr>
          <a:xfrm>
            <a:off x="3885404" y="7309594"/>
            <a:ext cx="2920995" cy="165104"/>
          </a:xfrm>
          <a:prstGeom prst="rect">
            <a:avLst/>
          </a:prstGeom>
          <a:noFill/>
          <a:ln cap="flat">
            <a:noFill/>
          </a:ln>
        </p:spPr>
      </p:pic>
      <p:sp>
        <p:nvSpPr>
          <p:cNvPr id="12" name="Subtitle 2">
            <a:extLst>
              <a:ext uri="{FF2B5EF4-FFF2-40B4-BE49-F238E27FC236}">
                <a16:creationId xmlns:a16="http://schemas.microsoft.com/office/drawing/2014/main" id="{83E128C5-B258-14B6-D9E9-40DDAB0AA88D}"/>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2137082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_タイトルとコンテンツ　紺色">
    <p:spTree>
      <p:nvGrpSpPr>
        <p:cNvPr id="1" name=""/>
        <p:cNvGrpSpPr/>
        <p:nvPr/>
      </p:nvGrpSpPr>
      <p:grpSpPr>
        <a:xfrm>
          <a:off x="0" y="0"/>
          <a:ext cx="0" cy="0"/>
          <a:chOff x="0" y="0"/>
          <a:chExt cx="0" cy="0"/>
        </a:xfrm>
      </p:grpSpPr>
      <p:sp>
        <p:nvSpPr>
          <p:cNvPr id="2" name="正方形/長方形 15">
            <a:extLst>
              <a:ext uri="{FF2B5EF4-FFF2-40B4-BE49-F238E27FC236}">
                <a16:creationId xmlns:a16="http://schemas.microsoft.com/office/drawing/2014/main" id="{7A091449-DD3A-4C7B-FE8D-A52B658D8B1F}"/>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3" name="Content Placeholder 2">
            <a:extLst>
              <a:ext uri="{FF2B5EF4-FFF2-40B4-BE49-F238E27FC236}">
                <a16:creationId xmlns:a16="http://schemas.microsoft.com/office/drawing/2014/main" id="{2C1F61DD-0F79-4E97-1B1F-814292120342}"/>
              </a:ext>
            </a:extLst>
          </p:cNvPr>
          <p:cNvSpPr txBox="1">
            <a:spLocks noGrp="1"/>
          </p:cNvSpPr>
          <p:nvPr>
            <p:ph idx="4294967295"/>
          </p:nvPr>
        </p:nvSpPr>
        <p:spPr>
          <a:xfrm>
            <a:off x="510948" y="1381566"/>
            <a:ext cx="9721187" cy="5278273"/>
          </a:xfrm>
        </p:spPr>
        <p:txBody>
          <a:bodyPr/>
          <a:lstStyle>
            <a:lvl1pPr>
              <a:defRPr/>
            </a:lvl1pPr>
            <a:lvl2pPr>
              <a:defRPr/>
            </a:lvl2pPr>
            <a:lvl3pPr>
              <a:defRPr/>
            </a:lvl3pPr>
            <a:lvl4pPr>
              <a:defRPr/>
            </a:lvl4pPr>
            <a:lvl5pPr>
              <a:defRPr/>
            </a:lvl5pPr>
          </a:lstStyle>
          <a:p>
            <a:pPr lvl="0"/>
            <a:r>
              <a:rPr lang="ja-JP"/>
              <a:t>マスター テキストの書式設定</a:t>
            </a:r>
          </a:p>
          <a:p>
            <a:pPr lvl="1"/>
            <a:r>
              <a:rPr lang="ja-JP"/>
              <a:t>第</a:t>
            </a:r>
            <a:r>
              <a:rPr lang="en-US"/>
              <a:t xml:space="preserve"> 2 </a:t>
            </a:r>
            <a:r>
              <a:rPr lang="ja-JP"/>
              <a:t>レベル</a:t>
            </a:r>
          </a:p>
          <a:p>
            <a:pPr lvl="2"/>
            <a:r>
              <a:rPr lang="ja-JP"/>
              <a:t>第</a:t>
            </a:r>
            <a:r>
              <a:rPr lang="en-US"/>
              <a:t xml:space="preserve"> 3 </a:t>
            </a:r>
            <a:r>
              <a:rPr lang="ja-JP"/>
              <a:t>レベル</a:t>
            </a:r>
          </a:p>
          <a:p>
            <a:pPr lvl="3"/>
            <a:r>
              <a:rPr lang="ja-JP"/>
              <a:t>第</a:t>
            </a:r>
            <a:r>
              <a:rPr lang="en-US"/>
              <a:t xml:space="preserve"> 4 </a:t>
            </a:r>
            <a:r>
              <a:rPr lang="ja-JP"/>
              <a:t>レベル</a:t>
            </a:r>
          </a:p>
          <a:p>
            <a:pPr lvl="4"/>
            <a:r>
              <a:rPr lang="ja-JP"/>
              <a:t>第</a:t>
            </a:r>
            <a:r>
              <a:rPr lang="en-US"/>
              <a:t xml:space="preserve"> 5 </a:t>
            </a:r>
            <a:r>
              <a:rPr lang="ja-JP"/>
              <a:t>レベル</a:t>
            </a:r>
            <a:endParaRPr lang="en-US"/>
          </a:p>
        </p:txBody>
      </p:sp>
      <p:cxnSp>
        <p:nvCxnSpPr>
          <p:cNvPr id="4" name="直線コネクタ 21">
            <a:extLst>
              <a:ext uri="{FF2B5EF4-FFF2-40B4-BE49-F238E27FC236}">
                <a16:creationId xmlns:a16="http://schemas.microsoft.com/office/drawing/2014/main" id="{965C57A0-5929-8DD3-CE11-A13335F2A19E}"/>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5" name="正方形/長方形 24">
            <a:extLst>
              <a:ext uri="{FF2B5EF4-FFF2-40B4-BE49-F238E27FC236}">
                <a16:creationId xmlns:a16="http://schemas.microsoft.com/office/drawing/2014/main" id="{7548250C-068C-D1BA-CDE1-EE3094F2EF72}"/>
              </a:ext>
            </a:extLst>
          </p:cNvPr>
          <p:cNvSpPr/>
          <p:nvPr/>
        </p:nvSpPr>
        <p:spPr>
          <a:xfrm>
            <a:off x="327528" y="0"/>
            <a:ext cx="71999" cy="1079997"/>
          </a:xfrm>
          <a:prstGeom prst="rect">
            <a:avLst/>
          </a:prstGeom>
          <a:solidFill>
            <a:srgbClr val="0057BA"/>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正方形/長方形 25">
            <a:extLst>
              <a:ext uri="{FF2B5EF4-FFF2-40B4-BE49-F238E27FC236}">
                <a16:creationId xmlns:a16="http://schemas.microsoft.com/office/drawing/2014/main" id="{E124B373-2FD2-6C9B-A777-D59E5C1BEDB3}"/>
              </a:ext>
            </a:extLst>
          </p:cNvPr>
          <p:cNvSpPr/>
          <p:nvPr/>
        </p:nvSpPr>
        <p:spPr>
          <a:xfrm>
            <a:off x="431999" y="0"/>
            <a:ext cx="35999" cy="359999"/>
          </a:xfrm>
          <a:prstGeom prst="rect">
            <a:avLst/>
          </a:prstGeom>
          <a:solidFill>
            <a:srgbClr val="EF9B86"/>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7" name="正方形/長方形 26">
            <a:extLst>
              <a:ext uri="{FF2B5EF4-FFF2-40B4-BE49-F238E27FC236}">
                <a16:creationId xmlns:a16="http://schemas.microsoft.com/office/drawing/2014/main" id="{0EB5AE2C-9B0A-37DD-12FF-9F2125E9C063}"/>
              </a:ext>
            </a:extLst>
          </p:cNvPr>
          <p:cNvSpPr/>
          <p:nvPr/>
        </p:nvSpPr>
        <p:spPr>
          <a:xfrm>
            <a:off x="503998" y="0"/>
            <a:ext cx="35999" cy="359999"/>
          </a:xfrm>
          <a:prstGeom prst="rect">
            <a:avLst/>
          </a:prstGeom>
          <a:solidFill>
            <a:srgbClr val="FBD13E"/>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8" name="正方形/長方形 27">
            <a:extLst>
              <a:ext uri="{FF2B5EF4-FFF2-40B4-BE49-F238E27FC236}">
                <a16:creationId xmlns:a16="http://schemas.microsoft.com/office/drawing/2014/main" id="{B5720E76-DED6-DF25-9618-D06434E82574}"/>
              </a:ext>
            </a:extLst>
          </p:cNvPr>
          <p:cNvSpPr/>
          <p:nvPr/>
        </p:nvSpPr>
        <p:spPr>
          <a:xfrm>
            <a:off x="575998" y="0"/>
            <a:ext cx="35999" cy="359999"/>
          </a:xfrm>
          <a:prstGeom prst="rect">
            <a:avLst/>
          </a:prstGeom>
          <a:solidFill>
            <a:srgbClr val="7FC1E9"/>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9" name="直線コネクタ 28">
            <a:extLst>
              <a:ext uri="{FF2B5EF4-FFF2-40B4-BE49-F238E27FC236}">
                <a16:creationId xmlns:a16="http://schemas.microsoft.com/office/drawing/2014/main" id="{F41C3561-1EC7-5536-7233-911B314C35B6}"/>
              </a:ext>
            </a:extLst>
          </p:cNvPr>
          <p:cNvCxnSpPr/>
          <p:nvPr/>
        </p:nvCxnSpPr>
        <p:spPr>
          <a:xfrm>
            <a:off x="-182" y="359999"/>
            <a:ext cx="10691996" cy="0"/>
          </a:xfrm>
          <a:prstGeom prst="straightConnector1">
            <a:avLst/>
          </a:prstGeom>
          <a:noFill/>
          <a:ln w="15873" cap="flat">
            <a:solidFill>
              <a:srgbClr val="0057BA"/>
            </a:solidFill>
            <a:prstDash val="solid"/>
            <a:miter/>
          </a:ln>
        </p:spPr>
      </p:cxnSp>
      <p:sp>
        <p:nvSpPr>
          <p:cNvPr id="10" name="Title 1">
            <a:extLst>
              <a:ext uri="{FF2B5EF4-FFF2-40B4-BE49-F238E27FC236}">
                <a16:creationId xmlns:a16="http://schemas.microsoft.com/office/drawing/2014/main" id="{B8F57C4F-A389-56CF-A75C-00D0A90A233C}"/>
              </a:ext>
            </a:extLst>
          </p:cNvPr>
          <p:cNvSpPr txBox="1">
            <a:spLocks noGrp="1"/>
          </p:cNvSpPr>
          <p:nvPr>
            <p:ph type="title"/>
          </p:nvPr>
        </p:nvSpPr>
        <p:spPr>
          <a:xfrm>
            <a:off x="399528" y="430344"/>
            <a:ext cx="10101184" cy="613050"/>
          </a:xfrm>
        </p:spPr>
        <p:txBody>
          <a:bodyPr>
            <a:noAutofit/>
          </a:bodyPr>
          <a:lstStyle>
            <a:lvl1pPr>
              <a:defRPr sz="2800" b="1">
                <a:latin typeface="游ゴシック" pitchFamily="34"/>
                <a:ea typeface="游ゴシック" pitchFamily="34"/>
              </a:defRPr>
            </a:lvl1pPr>
          </a:lstStyle>
          <a:p>
            <a:pPr lvl="0"/>
            <a:r>
              <a:rPr lang="ja-JP"/>
              <a:t>見出しが入ります</a:t>
            </a:r>
            <a:endParaRPr lang="en-US"/>
          </a:p>
        </p:txBody>
      </p:sp>
      <p:pic>
        <p:nvPicPr>
          <p:cNvPr id="11" name="図 16">
            <a:extLst>
              <a:ext uri="{FF2B5EF4-FFF2-40B4-BE49-F238E27FC236}">
                <a16:creationId xmlns:a16="http://schemas.microsoft.com/office/drawing/2014/main" id="{B0A72B1B-5DA4-E188-C207-65B6263D87C8}"/>
              </a:ext>
            </a:extLst>
          </p:cNvPr>
          <p:cNvPicPr>
            <a:picLocks noChangeAspect="1"/>
          </p:cNvPicPr>
          <p:nvPr/>
        </p:nvPicPr>
        <p:blipFill>
          <a:blip r:embed="rId2"/>
          <a:stretch>
            <a:fillRect/>
          </a:stretch>
        </p:blipFill>
        <p:spPr>
          <a:xfrm>
            <a:off x="9336472" y="27294"/>
            <a:ext cx="1164241" cy="321914"/>
          </a:xfrm>
          <a:prstGeom prst="rect">
            <a:avLst/>
          </a:prstGeom>
          <a:noFill/>
          <a:ln cap="flat">
            <a:noFill/>
          </a:ln>
        </p:spPr>
      </p:pic>
      <p:sp>
        <p:nvSpPr>
          <p:cNvPr id="12" name="Slide Number Placeholder 5">
            <a:extLst>
              <a:ext uri="{FF2B5EF4-FFF2-40B4-BE49-F238E27FC236}">
                <a16:creationId xmlns:a16="http://schemas.microsoft.com/office/drawing/2014/main" id="{BFCC3E58-FBB1-8F5E-0CE8-C6917C4C1AFE}"/>
              </a:ext>
            </a:extLst>
          </p:cNvPr>
          <p:cNvSpPr txBox="1">
            <a:spLocks noGrp="1"/>
          </p:cNvSpPr>
          <p:nvPr>
            <p:ph type="sldNum" sz="quarter" idx="8"/>
          </p:nvPr>
        </p:nvSpPr>
        <p:spPr>
          <a:xfrm>
            <a:off x="10232136" y="7255005"/>
            <a:ext cx="382118" cy="278389"/>
          </a:xfrm>
          <a:solidFill>
            <a:srgbClr val="FFFFFF"/>
          </a:solidFill>
        </p:spPr>
        <p:txBody>
          <a:bodyPr anchorCtr="1"/>
          <a:lstStyle>
            <a:lvl1pPr algn="ctr">
              <a:defRPr sz="900">
                <a:solidFill>
                  <a:srgbClr val="000000"/>
                </a:solidFill>
              </a:defRPr>
            </a:lvl1pPr>
          </a:lstStyle>
          <a:p>
            <a:pPr lvl="0"/>
            <a:fld id="{53B3784E-79CC-4540-8FBC-123B41A378A3}" type="slidenum">
              <a:t>‹#›</a:t>
            </a:fld>
            <a:endParaRPr lang="en-US"/>
          </a:p>
        </p:txBody>
      </p:sp>
      <p:pic>
        <p:nvPicPr>
          <p:cNvPr id="13" name="図 19">
            <a:extLst>
              <a:ext uri="{FF2B5EF4-FFF2-40B4-BE49-F238E27FC236}">
                <a16:creationId xmlns:a16="http://schemas.microsoft.com/office/drawing/2014/main" id="{90E2B475-1FDC-6BAB-DE5F-64D69355E4B8}"/>
              </a:ext>
            </a:extLst>
          </p:cNvPr>
          <p:cNvPicPr>
            <a:picLocks noChangeAspect="1"/>
          </p:cNvPicPr>
          <p:nvPr/>
        </p:nvPicPr>
        <p:blipFill>
          <a:blip r:embed="rId3"/>
          <a:stretch>
            <a:fillRect/>
          </a:stretch>
        </p:blipFill>
        <p:spPr>
          <a:xfrm>
            <a:off x="3885404" y="7309594"/>
            <a:ext cx="2920995" cy="165104"/>
          </a:xfrm>
          <a:prstGeom prst="rect">
            <a:avLst/>
          </a:prstGeom>
          <a:noFill/>
          <a:ln cap="flat">
            <a:noFill/>
          </a:ln>
        </p:spPr>
      </p:pic>
      <p:sp>
        <p:nvSpPr>
          <p:cNvPr id="14" name="Subtitle 2">
            <a:extLst>
              <a:ext uri="{FF2B5EF4-FFF2-40B4-BE49-F238E27FC236}">
                <a16:creationId xmlns:a16="http://schemas.microsoft.com/office/drawing/2014/main" id="{94B34B0F-3A95-35D1-2FB7-98E16240E6E9}"/>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36912537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最終ページ　機構名">
    <p:spTree>
      <p:nvGrpSpPr>
        <p:cNvPr id="1" name=""/>
        <p:cNvGrpSpPr/>
        <p:nvPr/>
      </p:nvGrpSpPr>
      <p:grpSpPr>
        <a:xfrm>
          <a:off x="0" y="0"/>
          <a:ext cx="0" cy="0"/>
          <a:chOff x="0" y="0"/>
          <a:chExt cx="0" cy="0"/>
        </a:xfrm>
      </p:grpSpPr>
      <p:pic>
        <p:nvPicPr>
          <p:cNvPr id="2" name="図 2">
            <a:extLst>
              <a:ext uri="{FF2B5EF4-FFF2-40B4-BE49-F238E27FC236}">
                <a16:creationId xmlns:a16="http://schemas.microsoft.com/office/drawing/2014/main" id="{75082A31-C168-D6C6-AC8A-A3773D30ACC8}"/>
              </a:ext>
            </a:extLst>
          </p:cNvPr>
          <p:cNvPicPr>
            <a:picLocks noChangeAspect="1"/>
          </p:cNvPicPr>
          <p:nvPr/>
        </p:nvPicPr>
        <p:blipFill>
          <a:blip r:embed="rId2"/>
          <a:srcRect/>
          <a:stretch>
            <a:fillRect/>
          </a:stretch>
        </p:blipFill>
        <p:spPr>
          <a:xfrm>
            <a:off x="-8723" y="-134389"/>
            <a:ext cx="10697894" cy="7559673"/>
          </a:xfrm>
          <a:prstGeom prst="rect">
            <a:avLst/>
          </a:prstGeom>
          <a:noFill/>
          <a:ln cap="flat">
            <a:noFill/>
          </a:ln>
        </p:spPr>
      </p:pic>
      <p:sp>
        <p:nvSpPr>
          <p:cNvPr id="3" name="正方形/長方形 17">
            <a:extLst>
              <a:ext uri="{FF2B5EF4-FFF2-40B4-BE49-F238E27FC236}">
                <a16:creationId xmlns:a16="http://schemas.microsoft.com/office/drawing/2014/main" id="{A8DD3423-FB3B-937B-2C87-80D077A11B0D}"/>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4" name="直線コネクタ 18">
            <a:extLst>
              <a:ext uri="{FF2B5EF4-FFF2-40B4-BE49-F238E27FC236}">
                <a16:creationId xmlns:a16="http://schemas.microsoft.com/office/drawing/2014/main" id="{027AEC8D-9664-EC85-66CC-ADE8AFAD344A}"/>
              </a:ext>
            </a:extLst>
          </p:cNvPr>
          <p:cNvCxnSpPr/>
          <p:nvPr/>
        </p:nvCxnSpPr>
        <p:spPr>
          <a:xfrm>
            <a:off x="-5779" y="4171895"/>
            <a:ext cx="10692006" cy="0"/>
          </a:xfrm>
          <a:prstGeom prst="straightConnector1">
            <a:avLst/>
          </a:prstGeom>
          <a:noFill/>
          <a:ln w="7616" cap="flat">
            <a:solidFill>
              <a:srgbClr val="004198"/>
            </a:solidFill>
            <a:prstDash val="solid"/>
            <a:miter/>
          </a:ln>
        </p:spPr>
      </p:cxnSp>
      <p:cxnSp>
        <p:nvCxnSpPr>
          <p:cNvPr id="5" name="直線コネクタ 19">
            <a:extLst>
              <a:ext uri="{FF2B5EF4-FFF2-40B4-BE49-F238E27FC236}">
                <a16:creationId xmlns:a16="http://schemas.microsoft.com/office/drawing/2014/main" id="{0555994C-B100-08B3-29B2-0B5250F54793}"/>
              </a:ext>
            </a:extLst>
          </p:cNvPr>
          <p:cNvCxnSpPr/>
          <p:nvPr/>
        </p:nvCxnSpPr>
        <p:spPr>
          <a:xfrm>
            <a:off x="-103025" y="7155938"/>
            <a:ext cx="10692005" cy="0"/>
          </a:xfrm>
          <a:prstGeom prst="straightConnector1">
            <a:avLst/>
          </a:prstGeom>
          <a:noFill/>
          <a:ln w="7616" cap="flat">
            <a:solidFill>
              <a:srgbClr val="004198"/>
            </a:solidFill>
            <a:prstDash val="solid"/>
            <a:miter/>
          </a:ln>
        </p:spPr>
      </p:cxnSp>
      <p:sp>
        <p:nvSpPr>
          <p:cNvPr id="6" name="Subtitle 2">
            <a:extLst>
              <a:ext uri="{FF2B5EF4-FFF2-40B4-BE49-F238E27FC236}">
                <a16:creationId xmlns:a16="http://schemas.microsoft.com/office/drawing/2014/main" id="{66145D53-E3C5-D7E8-12A1-2565394935FB}"/>
              </a:ext>
            </a:extLst>
          </p:cNvPr>
          <p:cNvSpPr txBox="1"/>
          <p:nvPr/>
        </p:nvSpPr>
        <p:spPr>
          <a:xfrm>
            <a:off x="1349087" y="1790925"/>
            <a:ext cx="8018858" cy="402482"/>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800" b="1" i="0" u="none" strike="noStrike" kern="1200" cap="none" spc="0" baseline="0">
                <a:solidFill>
                  <a:srgbClr val="000000"/>
                </a:solidFill>
                <a:uFillTx/>
                <a:latin typeface="游ゴシック" pitchFamily="34"/>
                <a:ea typeface="游ゴシック" pitchFamily="34"/>
              </a:rPr>
              <a:t>心豊かな未来を</a:t>
            </a:r>
            <a:r>
              <a:rPr lang="en-US" sz="1800" b="1" i="0" u="none" strike="noStrike" kern="1200" cap="none" spc="0" baseline="0">
                <a:solidFill>
                  <a:srgbClr val="000000"/>
                </a:solidFill>
                <a:uFillTx/>
                <a:latin typeface="游ゴシック" pitchFamily="34"/>
                <a:ea typeface="游ゴシック" pitchFamily="34"/>
              </a:rPr>
              <a:t>SuMPO</a:t>
            </a:r>
            <a:r>
              <a:rPr lang="ja-JP" sz="1800" b="1" i="0" u="none" strike="noStrike" kern="1200" cap="none" spc="0" baseline="0">
                <a:solidFill>
                  <a:srgbClr val="000000"/>
                </a:solidFill>
                <a:uFillTx/>
                <a:latin typeface="游ゴシック" pitchFamily="34"/>
                <a:ea typeface="游ゴシック" pitchFamily="34"/>
              </a:rPr>
              <a:t>の業で創ります</a:t>
            </a:r>
            <a:endParaRPr lang="en-US" sz="1800" b="1" i="0" u="none" strike="noStrike" kern="1200" cap="none" spc="0" baseline="0">
              <a:solidFill>
                <a:srgbClr val="000000"/>
              </a:solidFill>
              <a:uFillTx/>
            </a:endParaRPr>
          </a:p>
        </p:txBody>
      </p:sp>
      <p:sp>
        <p:nvSpPr>
          <p:cNvPr id="7" name="Subtitle 2">
            <a:extLst>
              <a:ext uri="{FF2B5EF4-FFF2-40B4-BE49-F238E27FC236}">
                <a16:creationId xmlns:a16="http://schemas.microsoft.com/office/drawing/2014/main" id="{114CF2F4-0B6E-163E-4B33-4C1B6F51AB42}"/>
              </a:ext>
            </a:extLst>
          </p:cNvPr>
          <p:cNvSpPr txBox="1"/>
          <p:nvPr/>
        </p:nvSpPr>
        <p:spPr>
          <a:xfrm>
            <a:off x="4894627" y="1602787"/>
            <a:ext cx="854616" cy="267617"/>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050" b="0" i="0" u="none" strike="noStrike" kern="1200" cap="none" spc="0" baseline="0">
                <a:solidFill>
                  <a:srgbClr val="000000"/>
                </a:solidFill>
                <a:uFillTx/>
                <a:latin typeface="Calibri"/>
                <a:ea typeface="游ゴシック" pitchFamily="34"/>
              </a:rPr>
              <a:t>さんぽ</a:t>
            </a:r>
            <a:endParaRPr lang="en-US" sz="1050" b="0" i="0" u="none" strike="noStrike" kern="1200" cap="none" spc="0" baseline="0">
              <a:solidFill>
                <a:srgbClr val="000000"/>
              </a:solidFill>
              <a:uFillTx/>
              <a:latin typeface="Calibri"/>
            </a:endParaRPr>
          </a:p>
        </p:txBody>
      </p:sp>
      <p:sp>
        <p:nvSpPr>
          <p:cNvPr id="8" name="Subtitle 2">
            <a:extLst>
              <a:ext uri="{FF2B5EF4-FFF2-40B4-BE49-F238E27FC236}">
                <a16:creationId xmlns:a16="http://schemas.microsoft.com/office/drawing/2014/main" id="{82C953A5-1E8D-0F53-1798-AFA724638ABA}"/>
              </a:ext>
            </a:extLst>
          </p:cNvPr>
          <p:cNvSpPr txBox="1"/>
          <p:nvPr/>
        </p:nvSpPr>
        <p:spPr>
          <a:xfrm>
            <a:off x="5664625" y="1602787"/>
            <a:ext cx="854616" cy="267617"/>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050" b="0" i="0" u="none" strike="noStrike" kern="1200" cap="none" spc="0" baseline="0">
                <a:solidFill>
                  <a:srgbClr val="000000"/>
                </a:solidFill>
                <a:uFillTx/>
                <a:latin typeface="Calibri"/>
                <a:ea typeface="游ゴシック" pitchFamily="34"/>
              </a:rPr>
              <a:t>わざ</a:t>
            </a:r>
            <a:endParaRPr lang="en-US" sz="1050" b="0" i="0" u="none" strike="noStrike" kern="1200" cap="none" spc="0" baseline="0">
              <a:solidFill>
                <a:srgbClr val="000000"/>
              </a:solidFill>
              <a:uFillTx/>
              <a:latin typeface="Calibri"/>
            </a:endParaRPr>
          </a:p>
        </p:txBody>
      </p:sp>
      <p:sp>
        <p:nvSpPr>
          <p:cNvPr id="9" name="Subtitle 2">
            <a:extLst>
              <a:ext uri="{FF2B5EF4-FFF2-40B4-BE49-F238E27FC236}">
                <a16:creationId xmlns:a16="http://schemas.microsoft.com/office/drawing/2014/main" id="{AB574452-C370-8DDC-1DE3-8044FC8A6E6F}"/>
              </a:ext>
            </a:extLst>
          </p:cNvPr>
          <p:cNvSpPr txBox="1"/>
          <p:nvPr/>
        </p:nvSpPr>
        <p:spPr>
          <a:xfrm>
            <a:off x="1349087" y="4238271"/>
            <a:ext cx="8018858" cy="402482"/>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2000" b="1" i="0" u="none" strike="noStrike" kern="1200" cap="none" spc="0" baseline="0">
                <a:solidFill>
                  <a:srgbClr val="000000"/>
                </a:solidFill>
                <a:uFillTx/>
                <a:latin typeface="游ゴシック" pitchFamily="34"/>
                <a:ea typeface="游ゴシック" pitchFamily="34"/>
              </a:rPr>
              <a:t>一般社団法人サステナブル経営推進機構</a:t>
            </a:r>
            <a:endParaRPr lang="en-US" sz="2000" b="1" i="0" u="none" strike="noStrike" kern="1200" cap="none" spc="0" baseline="0">
              <a:solidFill>
                <a:srgbClr val="000000"/>
              </a:solidFill>
              <a:uFillTx/>
            </a:endParaRPr>
          </a:p>
        </p:txBody>
      </p:sp>
      <p:sp>
        <p:nvSpPr>
          <p:cNvPr id="10" name="正方形/長方形 21">
            <a:extLst>
              <a:ext uri="{FF2B5EF4-FFF2-40B4-BE49-F238E27FC236}">
                <a16:creationId xmlns:a16="http://schemas.microsoft.com/office/drawing/2014/main" id="{0FE38F54-769B-A094-5467-3B03A8C1F2A0}"/>
              </a:ext>
            </a:extLst>
          </p:cNvPr>
          <p:cNvSpPr/>
          <p:nvPr/>
        </p:nvSpPr>
        <p:spPr>
          <a:xfrm>
            <a:off x="-10543" y="-136785"/>
            <a:ext cx="10705914"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pic>
        <p:nvPicPr>
          <p:cNvPr id="11" name="図 15">
            <a:extLst>
              <a:ext uri="{FF2B5EF4-FFF2-40B4-BE49-F238E27FC236}">
                <a16:creationId xmlns:a16="http://schemas.microsoft.com/office/drawing/2014/main" id="{25C6B963-7DB3-B742-5FCA-366FBC4F78AE}"/>
              </a:ext>
            </a:extLst>
          </p:cNvPr>
          <p:cNvPicPr>
            <a:picLocks noChangeAspect="1"/>
          </p:cNvPicPr>
          <p:nvPr/>
        </p:nvPicPr>
        <p:blipFill>
          <a:blip r:embed="rId3"/>
          <a:stretch>
            <a:fillRect/>
          </a:stretch>
        </p:blipFill>
        <p:spPr>
          <a:xfrm>
            <a:off x="3246604" y="3855156"/>
            <a:ext cx="4223823" cy="262057"/>
          </a:xfrm>
          <a:prstGeom prst="rect">
            <a:avLst/>
          </a:prstGeom>
          <a:noFill/>
          <a:ln cap="flat">
            <a:noFill/>
          </a:ln>
        </p:spPr>
      </p:pic>
      <p:sp>
        <p:nvSpPr>
          <p:cNvPr id="12" name="Subtitle 2">
            <a:extLst>
              <a:ext uri="{FF2B5EF4-FFF2-40B4-BE49-F238E27FC236}">
                <a16:creationId xmlns:a16="http://schemas.microsoft.com/office/drawing/2014/main" id="{2076600F-9FF1-C355-019F-6DB5BE3BB1B2}"/>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
        <p:nvSpPr>
          <p:cNvPr id="13" name="Subtitle 2">
            <a:extLst>
              <a:ext uri="{FF2B5EF4-FFF2-40B4-BE49-F238E27FC236}">
                <a16:creationId xmlns:a16="http://schemas.microsoft.com/office/drawing/2014/main" id="{D2311CE0-1963-D5F6-EDA3-D8F010A5702B}"/>
              </a:ext>
            </a:extLst>
          </p:cNvPr>
          <p:cNvSpPr txBox="1"/>
          <p:nvPr/>
        </p:nvSpPr>
        <p:spPr>
          <a:xfrm>
            <a:off x="1309420" y="5012813"/>
            <a:ext cx="3910870"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 xml:space="preserve">101-0047 </a:t>
            </a:r>
            <a:r>
              <a:rPr lang="ja-JP" sz="1200" b="1" i="0" u="none" strike="noStrike" kern="1200" cap="none" spc="0" baseline="0">
                <a:solidFill>
                  <a:srgbClr val="000000"/>
                </a:solidFill>
                <a:uFillTx/>
                <a:latin typeface="游ゴシック" pitchFamily="34"/>
                <a:ea typeface="游ゴシック" pitchFamily="34"/>
              </a:rPr>
              <a:t>東京都千代田区内神田一丁目</a:t>
            </a:r>
            <a:r>
              <a:rPr lang="en-US" sz="1200" b="1" i="0" u="none" strike="noStrike" kern="1200" cap="none" spc="0" baseline="0">
                <a:solidFill>
                  <a:srgbClr val="000000"/>
                </a:solidFill>
                <a:uFillTx/>
                <a:latin typeface="游ゴシック" pitchFamily="34"/>
                <a:ea typeface="游ゴシック" pitchFamily="34"/>
              </a:rPr>
              <a:t>14</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8</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000000"/>
                </a:solidFill>
                <a:uFillTx/>
                <a:latin typeface="游ゴシック" pitchFamily="34"/>
                <a:ea typeface="游ゴシック" pitchFamily="34"/>
              </a:rPr>
              <a:t>KANDA SQUARE GATE 4</a:t>
            </a:r>
            <a:r>
              <a:rPr lang="ja-JP" sz="1200" b="1" i="0" u="none" strike="noStrike" kern="1200" cap="none" spc="0" baseline="0">
                <a:solidFill>
                  <a:srgbClr val="000000"/>
                </a:solidFill>
                <a:uFillTx/>
                <a:latin typeface="游ゴシック" pitchFamily="34"/>
                <a:ea typeface="游ゴシック" pitchFamily="34"/>
              </a:rPr>
              <a:t>階</a:t>
            </a:r>
            <a:endParaRPr lang="en-US" sz="1200" b="1" i="0" u="none" strike="noStrike" kern="1200" cap="none" spc="0" baseline="0">
              <a:solidFill>
                <a:srgbClr val="000000"/>
              </a:solidFill>
              <a:uFillTx/>
              <a:latin typeface="游ゴシック" pitchFamily="34"/>
              <a:ea typeface="游ゴシック" pitchFamily="34"/>
            </a:endParaRPr>
          </a:p>
        </p:txBody>
      </p:sp>
      <p:sp>
        <p:nvSpPr>
          <p:cNvPr id="14" name="Subtitle 2">
            <a:extLst>
              <a:ext uri="{FF2B5EF4-FFF2-40B4-BE49-F238E27FC236}">
                <a16:creationId xmlns:a16="http://schemas.microsoft.com/office/drawing/2014/main" id="{F125F4B3-F12D-65EE-F467-FB0313C9FE0B}"/>
              </a:ext>
            </a:extLst>
          </p:cNvPr>
          <p:cNvSpPr txBox="1"/>
          <p:nvPr/>
        </p:nvSpPr>
        <p:spPr>
          <a:xfrm>
            <a:off x="5769982" y="5003779"/>
            <a:ext cx="4084048"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 xml:space="preserve">101-0052 </a:t>
            </a:r>
            <a:r>
              <a:rPr lang="ja-JP" sz="1200" b="1" i="0" u="none" strike="noStrike" kern="1200" cap="none" spc="0" baseline="0">
                <a:solidFill>
                  <a:srgbClr val="000000"/>
                </a:solidFill>
                <a:uFillTx/>
                <a:latin typeface="游ゴシック" pitchFamily="34"/>
                <a:ea typeface="游ゴシック" pitchFamily="34"/>
              </a:rPr>
              <a:t>東京都千代田区神田小川町二丁目</a:t>
            </a:r>
            <a:r>
              <a:rPr lang="en-US" sz="1200" b="1" i="0" u="none" strike="noStrike" kern="1200" cap="none" spc="0" baseline="0">
                <a:solidFill>
                  <a:srgbClr val="000000"/>
                </a:solidFill>
                <a:uFillTx/>
                <a:latin typeface="游ゴシック" pitchFamily="34"/>
                <a:ea typeface="游ゴシック" pitchFamily="34"/>
              </a:rPr>
              <a:t>4</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16</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いちご神田小川町ビル</a:t>
            </a:r>
            <a:r>
              <a:rPr lang="en-US" sz="1200" b="1" i="0" u="none" strike="noStrike" kern="1200" cap="none" spc="0" baseline="0">
                <a:solidFill>
                  <a:srgbClr val="000000"/>
                </a:solidFill>
                <a:uFillTx/>
                <a:latin typeface="游ゴシック" pitchFamily="34"/>
                <a:ea typeface="游ゴシック" pitchFamily="34"/>
              </a:rPr>
              <a:t xml:space="preserve"> 3</a:t>
            </a:r>
            <a:r>
              <a:rPr lang="ja-JP" sz="1200" b="1" i="0" u="none" strike="noStrike" kern="1200" cap="none" spc="0" baseline="0">
                <a:solidFill>
                  <a:srgbClr val="000000"/>
                </a:solidFill>
                <a:uFillTx/>
                <a:latin typeface="游ゴシック" pitchFamily="34"/>
                <a:ea typeface="游ゴシック" pitchFamily="34"/>
              </a:rPr>
              <a:t>階</a:t>
            </a:r>
            <a:endParaRPr lang="en-US" sz="1200" b="1" i="0" u="none" strike="noStrike" kern="1200" cap="none" spc="0" baseline="0">
              <a:solidFill>
                <a:srgbClr val="000000"/>
              </a:solidFill>
              <a:uFillTx/>
              <a:latin typeface="游ゴシック" pitchFamily="34"/>
              <a:ea typeface="游ゴシック" pitchFamily="34"/>
            </a:endParaRPr>
          </a:p>
        </p:txBody>
      </p:sp>
      <p:sp>
        <p:nvSpPr>
          <p:cNvPr id="15" name="Subtitle 2">
            <a:extLst>
              <a:ext uri="{FF2B5EF4-FFF2-40B4-BE49-F238E27FC236}">
                <a16:creationId xmlns:a16="http://schemas.microsoft.com/office/drawing/2014/main" id="{F0E8206B-9BB3-7424-AAC8-5D8AF3DC028A}"/>
              </a:ext>
            </a:extLst>
          </p:cNvPr>
          <p:cNvSpPr txBox="1"/>
          <p:nvPr/>
        </p:nvSpPr>
        <p:spPr>
          <a:xfrm>
            <a:off x="1142113" y="4700528"/>
            <a:ext cx="88801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本部</a:t>
            </a:r>
            <a:endParaRPr lang="en-US" sz="1600" b="1" i="0" u="none" strike="noStrike" kern="1200" cap="none" spc="0" baseline="0">
              <a:solidFill>
                <a:srgbClr val="000000"/>
              </a:solidFill>
              <a:uFillTx/>
            </a:endParaRPr>
          </a:p>
        </p:txBody>
      </p:sp>
      <p:sp>
        <p:nvSpPr>
          <p:cNvPr id="16" name="Subtitle 2">
            <a:extLst>
              <a:ext uri="{FF2B5EF4-FFF2-40B4-BE49-F238E27FC236}">
                <a16:creationId xmlns:a16="http://schemas.microsoft.com/office/drawing/2014/main" id="{918FB4D1-38C2-F4B2-46E0-1025729B2310}"/>
              </a:ext>
            </a:extLst>
          </p:cNvPr>
          <p:cNvSpPr txBox="1"/>
          <p:nvPr/>
        </p:nvSpPr>
        <p:spPr>
          <a:xfrm>
            <a:off x="5664195" y="4705237"/>
            <a:ext cx="217949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神田小川町オフィス</a:t>
            </a:r>
            <a:endParaRPr lang="en-US" sz="1600" b="1" i="0" u="none" strike="noStrike" kern="1200" cap="none" spc="0" baseline="0">
              <a:solidFill>
                <a:srgbClr val="000000"/>
              </a:solidFill>
              <a:uFillTx/>
            </a:endParaRPr>
          </a:p>
        </p:txBody>
      </p:sp>
      <p:sp>
        <p:nvSpPr>
          <p:cNvPr id="17" name="Subtitle 2">
            <a:extLst>
              <a:ext uri="{FF2B5EF4-FFF2-40B4-BE49-F238E27FC236}">
                <a16:creationId xmlns:a16="http://schemas.microsoft.com/office/drawing/2014/main" id="{29A33360-DF0E-2759-6ACC-68974DEFF633}"/>
              </a:ext>
            </a:extLst>
          </p:cNvPr>
          <p:cNvSpPr txBox="1"/>
          <p:nvPr/>
        </p:nvSpPr>
        <p:spPr>
          <a:xfrm>
            <a:off x="1309420" y="6130859"/>
            <a:ext cx="4181926"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 xml:space="preserve">460-0022 </a:t>
            </a:r>
            <a:r>
              <a:rPr lang="ja-JP" sz="1200" b="1" i="0" u="none" strike="noStrike" kern="1200" cap="none" spc="0" baseline="0">
                <a:solidFill>
                  <a:srgbClr val="000000"/>
                </a:solidFill>
                <a:uFillTx/>
                <a:latin typeface="游ゴシック" pitchFamily="34"/>
                <a:ea typeface="游ゴシック" pitchFamily="34"/>
              </a:rPr>
              <a:t>愛知県名古屋市中区金山一丁目</a:t>
            </a:r>
            <a:r>
              <a:rPr lang="en-US" sz="1200" b="1" i="0" u="none" strike="noStrike" kern="1200" cap="none" spc="0" baseline="0">
                <a:solidFill>
                  <a:srgbClr val="000000"/>
                </a:solidFill>
                <a:uFillTx/>
                <a:latin typeface="游ゴシック" pitchFamily="34"/>
                <a:ea typeface="游ゴシック" pitchFamily="34"/>
              </a:rPr>
              <a:t>12</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14</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金山総合ビル</a:t>
            </a:r>
            <a:r>
              <a:rPr lang="en-US" sz="1200" b="1" i="0" u="none" strike="noStrike" kern="1200" cap="none" spc="0" baseline="0">
                <a:solidFill>
                  <a:srgbClr val="000000"/>
                </a:solidFill>
                <a:uFillTx/>
                <a:latin typeface="游ゴシック" pitchFamily="34"/>
                <a:ea typeface="游ゴシック" pitchFamily="34"/>
              </a:rPr>
              <a:t>7F</a:t>
            </a:r>
            <a:r>
              <a:rPr lang="ja-JP" sz="1200" b="1" i="0" u="none" strike="noStrike" kern="1200" cap="none" spc="0" baseline="0">
                <a:solidFill>
                  <a:srgbClr val="000000"/>
                </a:solidFill>
                <a:uFillTx/>
                <a:latin typeface="游ゴシック" pitchFamily="34"/>
                <a:ea typeface="游ゴシック" pitchFamily="34"/>
              </a:rPr>
              <a:t>（株式会社フルハシ環境総合研究所内）</a:t>
            </a:r>
            <a:endParaRPr lang="en-US" sz="1200" b="1" i="0" u="none" strike="noStrike" kern="1200" cap="none" spc="0" baseline="0">
              <a:solidFill>
                <a:srgbClr val="000000"/>
              </a:solidFill>
              <a:uFillTx/>
              <a:latin typeface="游ゴシック" pitchFamily="34"/>
              <a:ea typeface="游ゴシック" pitchFamily="34"/>
            </a:endParaRPr>
          </a:p>
        </p:txBody>
      </p:sp>
      <p:sp>
        <p:nvSpPr>
          <p:cNvPr id="18" name="Subtitle 2">
            <a:extLst>
              <a:ext uri="{FF2B5EF4-FFF2-40B4-BE49-F238E27FC236}">
                <a16:creationId xmlns:a16="http://schemas.microsoft.com/office/drawing/2014/main" id="{B27D49FC-C2C5-9A08-EE2E-498FBAE20BF0}"/>
              </a:ext>
            </a:extLst>
          </p:cNvPr>
          <p:cNvSpPr txBox="1"/>
          <p:nvPr/>
        </p:nvSpPr>
        <p:spPr>
          <a:xfrm>
            <a:off x="5769982" y="6120280"/>
            <a:ext cx="4369496"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 xml:space="preserve">700-0082 </a:t>
            </a:r>
            <a:r>
              <a:rPr lang="ja-JP" sz="1200" b="1" i="0" u="none" strike="noStrike" kern="1200" cap="none" spc="0" baseline="0">
                <a:solidFill>
                  <a:srgbClr val="000000"/>
                </a:solidFill>
                <a:uFillTx/>
                <a:latin typeface="游ゴシック" pitchFamily="34"/>
                <a:ea typeface="游ゴシック" pitchFamily="34"/>
              </a:rPr>
              <a:t>岡山県岡山市北区津島中一丁目</a:t>
            </a:r>
            <a:r>
              <a:rPr lang="en-US" sz="1200" b="1" i="0" u="none" strike="noStrike" kern="1200" cap="none" spc="0" baseline="0">
                <a:solidFill>
                  <a:srgbClr val="000000"/>
                </a:solidFill>
                <a:uFillTx/>
                <a:latin typeface="游ゴシック" pitchFamily="34"/>
                <a:ea typeface="游ゴシック" pitchFamily="34"/>
              </a:rPr>
              <a:t>1</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1</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岡山大インキュベータ</a:t>
            </a:r>
            <a:r>
              <a:rPr lang="en-US" sz="1200" b="1" i="0" u="none" strike="noStrike" kern="1200" cap="none" spc="0" baseline="0">
                <a:solidFill>
                  <a:srgbClr val="000000"/>
                </a:solidFill>
                <a:uFillTx/>
                <a:latin typeface="游ゴシック" pitchFamily="34"/>
                <a:ea typeface="游ゴシック" pitchFamily="34"/>
              </a:rPr>
              <a:t>210</a:t>
            </a:r>
            <a:r>
              <a:rPr lang="ja-JP" sz="1200" b="1" i="0" u="none" strike="noStrike" kern="1200" cap="none" spc="0" baseline="0">
                <a:solidFill>
                  <a:srgbClr val="000000"/>
                </a:solidFill>
                <a:uFillTx/>
                <a:latin typeface="游ゴシック" pitchFamily="34"/>
                <a:ea typeface="游ゴシック" pitchFamily="34"/>
              </a:rPr>
              <a:t>号室</a:t>
            </a:r>
            <a:endParaRPr lang="en-US" sz="1200" b="1" i="0" u="none" strike="noStrike" kern="1200" cap="none" spc="0" baseline="0">
              <a:solidFill>
                <a:srgbClr val="000000"/>
              </a:solidFill>
              <a:uFillTx/>
              <a:latin typeface="游ゴシック" pitchFamily="34"/>
              <a:ea typeface="游ゴシック" pitchFamily="34"/>
            </a:endParaRPr>
          </a:p>
        </p:txBody>
      </p:sp>
      <p:sp>
        <p:nvSpPr>
          <p:cNvPr id="19" name="Subtitle 2">
            <a:extLst>
              <a:ext uri="{FF2B5EF4-FFF2-40B4-BE49-F238E27FC236}">
                <a16:creationId xmlns:a16="http://schemas.microsoft.com/office/drawing/2014/main" id="{FC5C4648-AE37-311B-DFAB-ACFEB10D0101}"/>
              </a:ext>
            </a:extLst>
          </p:cNvPr>
          <p:cNvSpPr txBox="1"/>
          <p:nvPr/>
        </p:nvSpPr>
        <p:spPr>
          <a:xfrm>
            <a:off x="1142113" y="5818574"/>
            <a:ext cx="1886215" cy="332786"/>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名古屋オフィス</a:t>
            </a:r>
            <a:endParaRPr lang="en-US" sz="1600" b="1" i="0" u="none" strike="noStrike" kern="1200" cap="none" spc="0" baseline="0">
              <a:solidFill>
                <a:srgbClr val="000000"/>
              </a:solidFill>
              <a:uFillTx/>
            </a:endParaRPr>
          </a:p>
        </p:txBody>
      </p:sp>
      <p:sp>
        <p:nvSpPr>
          <p:cNvPr id="20" name="Subtitle 2">
            <a:extLst>
              <a:ext uri="{FF2B5EF4-FFF2-40B4-BE49-F238E27FC236}">
                <a16:creationId xmlns:a16="http://schemas.microsoft.com/office/drawing/2014/main" id="{D1AA7C8E-6849-A1AA-EBA7-0F841EC3ABF0}"/>
              </a:ext>
            </a:extLst>
          </p:cNvPr>
          <p:cNvSpPr txBox="1"/>
          <p:nvPr/>
        </p:nvSpPr>
        <p:spPr>
          <a:xfrm>
            <a:off x="5358512" y="5823283"/>
            <a:ext cx="217949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岡山オフィス</a:t>
            </a:r>
            <a:endParaRPr lang="en-US" sz="1600" b="1" i="0" u="none" strike="noStrike" kern="1200" cap="none" spc="0" baseline="0">
              <a:solidFill>
                <a:srgbClr val="000000"/>
              </a:solidFill>
              <a:uFillTx/>
            </a:endParaRPr>
          </a:p>
        </p:txBody>
      </p:sp>
      <p:sp>
        <p:nvSpPr>
          <p:cNvPr id="21" name="テキスト ボックス 22">
            <a:extLst>
              <a:ext uri="{FF2B5EF4-FFF2-40B4-BE49-F238E27FC236}">
                <a16:creationId xmlns:a16="http://schemas.microsoft.com/office/drawing/2014/main" id="{1831CEE1-23E0-5344-066F-1FC7989AE4A8}"/>
              </a:ext>
            </a:extLst>
          </p:cNvPr>
          <p:cNvSpPr txBox="1"/>
          <p:nvPr/>
        </p:nvSpPr>
        <p:spPr>
          <a:xfrm>
            <a:off x="2634980" y="6840864"/>
            <a:ext cx="5447071" cy="276999"/>
          </a:xfrm>
          <a:prstGeom prst="rect">
            <a:avLst/>
          </a:prstGeom>
          <a:noFill/>
          <a:ln cap="flat">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ホームページ　</a:t>
            </a:r>
            <a:r>
              <a:rPr lang="en-US" sz="1200" b="1" i="0" u="none" strike="noStrike" kern="1200" cap="none" spc="0" baseline="0">
                <a:solidFill>
                  <a:srgbClr val="000000"/>
                </a:solidFill>
                <a:uFillTx/>
                <a:latin typeface="游ゴシック" pitchFamily="34"/>
                <a:ea typeface="游ゴシック" pitchFamily="34"/>
              </a:rPr>
              <a:t>https://sumpo.or.jp</a:t>
            </a:r>
          </a:p>
        </p:txBody>
      </p:sp>
    </p:spTree>
    <p:extLst>
      <p:ext uri="{BB962C8B-B14F-4D97-AF65-F5344CB8AC3E}">
        <p14:creationId xmlns:p14="http://schemas.microsoft.com/office/powerpoint/2010/main" val="420984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2_最終ページ　機構名">
    <p:spTree>
      <p:nvGrpSpPr>
        <p:cNvPr id="1" name=""/>
        <p:cNvGrpSpPr/>
        <p:nvPr/>
      </p:nvGrpSpPr>
      <p:grpSpPr>
        <a:xfrm>
          <a:off x="0" y="0"/>
          <a:ext cx="0" cy="0"/>
          <a:chOff x="0" y="0"/>
          <a:chExt cx="0" cy="0"/>
        </a:xfrm>
      </p:grpSpPr>
      <p:pic>
        <p:nvPicPr>
          <p:cNvPr id="2" name="図 2">
            <a:extLst>
              <a:ext uri="{FF2B5EF4-FFF2-40B4-BE49-F238E27FC236}">
                <a16:creationId xmlns:a16="http://schemas.microsoft.com/office/drawing/2014/main" id="{29FCEB5A-F733-3BBC-BE63-14AAB7ADE610}"/>
              </a:ext>
            </a:extLst>
          </p:cNvPr>
          <p:cNvPicPr>
            <a:picLocks noChangeAspect="1"/>
          </p:cNvPicPr>
          <p:nvPr/>
        </p:nvPicPr>
        <p:blipFill>
          <a:blip r:embed="rId2"/>
          <a:srcRect/>
          <a:stretch>
            <a:fillRect/>
          </a:stretch>
        </p:blipFill>
        <p:spPr>
          <a:xfrm>
            <a:off x="-8723" y="-134389"/>
            <a:ext cx="10697894" cy="7559673"/>
          </a:xfrm>
          <a:prstGeom prst="rect">
            <a:avLst/>
          </a:prstGeom>
          <a:noFill/>
          <a:ln cap="flat">
            <a:noFill/>
          </a:ln>
        </p:spPr>
      </p:pic>
      <p:sp>
        <p:nvSpPr>
          <p:cNvPr id="3" name="正方形/長方形 17">
            <a:extLst>
              <a:ext uri="{FF2B5EF4-FFF2-40B4-BE49-F238E27FC236}">
                <a16:creationId xmlns:a16="http://schemas.microsoft.com/office/drawing/2014/main" id="{FED3A17C-71C7-2378-4788-53755792FE31}"/>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4" name="直線コネクタ 18">
            <a:extLst>
              <a:ext uri="{FF2B5EF4-FFF2-40B4-BE49-F238E27FC236}">
                <a16:creationId xmlns:a16="http://schemas.microsoft.com/office/drawing/2014/main" id="{45B9F432-410E-DEC8-8047-C12AB8E1E85F}"/>
              </a:ext>
            </a:extLst>
          </p:cNvPr>
          <p:cNvCxnSpPr/>
          <p:nvPr/>
        </p:nvCxnSpPr>
        <p:spPr>
          <a:xfrm>
            <a:off x="-5779" y="4171895"/>
            <a:ext cx="10692006" cy="0"/>
          </a:xfrm>
          <a:prstGeom prst="straightConnector1">
            <a:avLst/>
          </a:prstGeom>
          <a:noFill/>
          <a:ln w="7616" cap="flat">
            <a:solidFill>
              <a:srgbClr val="004198"/>
            </a:solidFill>
            <a:prstDash val="solid"/>
            <a:miter/>
          </a:ln>
        </p:spPr>
      </p:cxnSp>
      <p:cxnSp>
        <p:nvCxnSpPr>
          <p:cNvPr id="5" name="直線コネクタ 19">
            <a:extLst>
              <a:ext uri="{FF2B5EF4-FFF2-40B4-BE49-F238E27FC236}">
                <a16:creationId xmlns:a16="http://schemas.microsoft.com/office/drawing/2014/main" id="{F3CD5F99-ABE8-9733-269B-68F95428F738}"/>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6" name="Subtitle 2">
            <a:extLst>
              <a:ext uri="{FF2B5EF4-FFF2-40B4-BE49-F238E27FC236}">
                <a16:creationId xmlns:a16="http://schemas.microsoft.com/office/drawing/2014/main" id="{65417C54-FC89-2897-7665-9849960C9256}"/>
              </a:ext>
            </a:extLst>
          </p:cNvPr>
          <p:cNvSpPr txBox="1"/>
          <p:nvPr/>
        </p:nvSpPr>
        <p:spPr>
          <a:xfrm>
            <a:off x="1349087" y="1790925"/>
            <a:ext cx="8018858" cy="402482"/>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800" b="1" i="0" u="none" strike="noStrike" kern="1200" cap="none" spc="0" baseline="0">
                <a:solidFill>
                  <a:srgbClr val="000000"/>
                </a:solidFill>
                <a:uFillTx/>
                <a:latin typeface="游ゴシック" pitchFamily="34"/>
                <a:ea typeface="游ゴシック" pitchFamily="34"/>
              </a:rPr>
              <a:t>心豊かな未来を</a:t>
            </a:r>
            <a:r>
              <a:rPr lang="en-US" sz="1800" b="1" i="0" u="none" strike="noStrike" kern="1200" cap="none" spc="0" baseline="0">
                <a:solidFill>
                  <a:srgbClr val="000000"/>
                </a:solidFill>
                <a:uFillTx/>
                <a:latin typeface="游ゴシック" pitchFamily="34"/>
                <a:ea typeface="游ゴシック" pitchFamily="34"/>
              </a:rPr>
              <a:t>SuMPO</a:t>
            </a:r>
            <a:r>
              <a:rPr lang="ja-JP" sz="1800" b="1" i="0" u="none" strike="noStrike" kern="1200" cap="none" spc="0" baseline="0">
                <a:solidFill>
                  <a:srgbClr val="000000"/>
                </a:solidFill>
                <a:uFillTx/>
                <a:latin typeface="游ゴシック" pitchFamily="34"/>
                <a:ea typeface="游ゴシック" pitchFamily="34"/>
              </a:rPr>
              <a:t>の業で創ります</a:t>
            </a:r>
            <a:endParaRPr lang="en-US" sz="1800" b="1" i="0" u="none" strike="noStrike" kern="1200" cap="none" spc="0" baseline="0">
              <a:solidFill>
                <a:srgbClr val="000000"/>
              </a:solidFill>
              <a:uFillTx/>
            </a:endParaRPr>
          </a:p>
        </p:txBody>
      </p:sp>
      <p:sp>
        <p:nvSpPr>
          <p:cNvPr id="7" name="Subtitle 2">
            <a:extLst>
              <a:ext uri="{FF2B5EF4-FFF2-40B4-BE49-F238E27FC236}">
                <a16:creationId xmlns:a16="http://schemas.microsoft.com/office/drawing/2014/main" id="{1CF4EC6C-41AD-D77F-6EFF-99B1171BF8FF}"/>
              </a:ext>
            </a:extLst>
          </p:cNvPr>
          <p:cNvSpPr txBox="1"/>
          <p:nvPr/>
        </p:nvSpPr>
        <p:spPr>
          <a:xfrm>
            <a:off x="4894627" y="1602787"/>
            <a:ext cx="854616" cy="267617"/>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050" b="0" i="0" u="none" strike="noStrike" kern="1200" cap="none" spc="0" baseline="0">
                <a:solidFill>
                  <a:srgbClr val="000000"/>
                </a:solidFill>
                <a:uFillTx/>
                <a:latin typeface="Calibri"/>
                <a:ea typeface="游ゴシック" pitchFamily="34"/>
              </a:rPr>
              <a:t>さんぽ</a:t>
            </a:r>
            <a:endParaRPr lang="en-US" sz="1050" b="0" i="0" u="none" strike="noStrike" kern="1200" cap="none" spc="0" baseline="0">
              <a:solidFill>
                <a:srgbClr val="000000"/>
              </a:solidFill>
              <a:uFillTx/>
              <a:latin typeface="Calibri"/>
            </a:endParaRPr>
          </a:p>
        </p:txBody>
      </p:sp>
      <p:sp>
        <p:nvSpPr>
          <p:cNvPr id="8" name="Subtitle 2">
            <a:extLst>
              <a:ext uri="{FF2B5EF4-FFF2-40B4-BE49-F238E27FC236}">
                <a16:creationId xmlns:a16="http://schemas.microsoft.com/office/drawing/2014/main" id="{89FDF73D-E664-3C3C-AECB-BED49BFD30A7}"/>
              </a:ext>
            </a:extLst>
          </p:cNvPr>
          <p:cNvSpPr txBox="1"/>
          <p:nvPr/>
        </p:nvSpPr>
        <p:spPr>
          <a:xfrm>
            <a:off x="5664625" y="1602787"/>
            <a:ext cx="854616" cy="267617"/>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050" b="0" i="0" u="none" strike="noStrike" kern="1200" cap="none" spc="0" baseline="0">
                <a:solidFill>
                  <a:srgbClr val="000000"/>
                </a:solidFill>
                <a:uFillTx/>
                <a:latin typeface="Calibri"/>
                <a:ea typeface="游ゴシック" pitchFamily="34"/>
              </a:rPr>
              <a:t>わざ</a:t>
            </a:r>
            <a:endParaRPr lang="en-US" sz="1050" b="0" i="0" u="none" strike="noStrike" kern="1200" cap="none" spc="0" baseline="0">
              <a:solidFill>
                <a:srgbClr val="000000"/>
              </a:solidFill>
              <a:uFillTx/>
              <a:latin typeface="Calibri"/>
            </a:endParaRPr>
          </a:p>
        </p:txBody>
      </p:sp>
      <p:sp>
        <p:nvSpPr>
          <p:cNvPr id="9" name="Subtitle 2">
            <a:extLst>
              <a:ext uri="{FF2B5EF4-FFF2-40B4-BE49-F238E27FC236}">
                <a16:creationId xmlns:a16="http://schemas.microsoft.com/office/drawing/2014/main" id="{DC3D1659-CE44-8022-CAFD-01B1620116EA}"/>
              </a:ext>
            </a:extLst>
          </p:cNvPr>
          <p:cNvSpPr txBox="1"/>
          <p:nvPr/>
        </p:nvSpPr>
        <p:spPr>
          <a:xfrm>
            <a:off x="1349087" y="4661053"/>
            <a:ext cx="8018858" cy="402482"/>
          </a:xfrm>
          <a:prstGeom prst="rect">
            <a:avLst/>
          </a:prstGeom>
          <a:noFill/>
          <a:ln cap="flat">
            <a:noFill/>
          </a:ln>
        </p:spPr>
        <p:txBody>
          <a:bodyPr vert="horz" wrap="square" lIns="91440" tIns="45720" rIns="91440" bIns="45720" anchor="t"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2000" b="1" i="0" u="none" strike="noStrike" kern="1200" cap="none" spc="0" baseline="0">
                <a:solidFill>
                  <a:srgbClr val="000000"/>
                </a:solidFill>
                <a:uFillTx/>
                <a:latin typeface="游ゴシック" pitchFamily="34"/>
                <a:ea typeface="游ゴシック" pitchFamily="34"/>
              </a:rPr>
              <a:t>一般社団法人サステナブル経営推進機構</a:t>
            </a:r>
            <a:endParaRPr lang="en-US" sz="2000" b="1" i="0" u="none" strike="noStrike" kern="1200" cap="none" spc="0" baseline="0">
              <a:solidFill>
                <a:srgbClr val="000000"/>
              </a:solidFill>
              <a:uFillTx/>
            </a:endParaRPr>
          </a:p>
        </p:txBody>
      </p:sp>
      <p:sp>
        <p:nvSpPr>
          <p:cNvPr id="10" name="正方形/長方形 21">
            <a:extLst>
              <a:ext uri="{FF2B5EF4-FFF2-40B4-BE49-F238E27FC236}">
                <a16:creationId xmlns:a16="http://schemas.microsoft.com/office/drawing/2014/main" id="{45E436FA-314E-3CDF-3D96-4B0D0E4628ED}"/>
              </a:ext>
            </a:extLst>
          </p:cNvPr>
          <p:cNvSpPr/>
          <p:nvPr/>
        </p:nvSpPr>
        <p:spPr>
          <a:xfrm>
            <a:off x="-10543" y="-136785"/>
            <a:ext cx="10705914"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pic>
        <p:nvPicPr>
          <p:cNvPr id="11" name="図 15">
            <a:extLst>
              <a:ext uri="{FF2B5EF4-FFF2-40B4-BE49-F238E27FC236}">
                <a16:creationId xmlns:a16="http://schemas.microsoft.com/office/drawing/2014/main" id="{F6180DD1-9A9C-93FC-F7C4-E1ED34433D71}"/>
              </a:ext>
            </a:extLst>
          </p:cNvPr>
          <p:cNvPicPr>
            <a:picLocks noChangeAspect="1"/>
          </p:cNvPicPr>
          <p:nvPr/>
        </p:nvPicPr>
        <p:blipFill>
          <a:blip r:embed="rId3"/>
          <a:stretch>
            <a:fillRect/>
          </a:stretch>
        </p:blipFill>
        <p:spPr>
          <a:xfrm>
            <a:off x="3246604" y="3855156"/>
            <a:ext cx="4223823" cy="262057"/>
          </a:xfrm>
          <a:prstGeom prst="rect">
            <a:avLst/>
          </a:prstGeom>
          <a:noFill/>
          <a:ln cap="flat">
            <a:noFill/>
          </a:ln>
        </p:spPr>
      </p:pic>
      <p:sp>
        <p:nvSpPr>
          <p:cNvPr id="12" name="Subtitle 2">
            <a:extLst>
              <a:ext uri="{FF2B5EF4-FFF2-40B4-BE49-F238E27FC236}">
                <a16:creationId xmlns:a16="http://schemas.microsoft.com/office/drawing/2014/main" id="{5F7BD7BA-1D30-135F-4744-28DFFC5F3AE0}"/>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
        <p:nvSpPr>
          <p:cNvPr id="13" name="Subtitle 2">
            <a:extLst>
              <a:ext uri="{FF2B5EF4-FFF2-40B4-BE49-F238E27FC236}">
                <a16:creationId xmlns:a16="http://schemas.microsoft.com/office/drawing/2014/main" id="{434EFD97-38BE-DBE4-F6FF-2806D277C0CB}"/>
              </a:ext>
            </a:extLst>
          </p:cNvPr>
          <p:cNvSpPr txBox="1"/>
          <p:nvPr/>
        </p:nvSpPr>
        <p:spPr>
          <a:xfrm>
            <a:off x="1309420" y="5557567"/>
            <a:ext cx="3910870"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 xml:space="preserve">101-0047 </a:t>
            </a:r>
            <a:r>
              <a:rPr lang="ja-JP" sz="1200" b="1" i="0" u="none" strike="noStrike" kern="1200" cap="none" spc="0" baseline="0">
                <a:solidFill>
                  <a:srgbClr val="000000"/>
                </a:solidFill>
                <a:uFillTx/>
                <a:latin typeface="游ゴシック" pitchFamily="34"/>
                <a:ea typeface="游ゴシック" pitchFamily="34"/>
              </a:rPr>
              <a:t>東京都千代田区内神田一丁目</a:t>
            </a:r>
            <a:r>
              <a:rPr lang="en-US" sz="1200" b="1" i="0" u="none" strike="noStrike" kern="1200" cap="none" spc="0" baseline="0">
                <a:solidFill>
                  <a:srgbClr val="000000"/>
                </a:solidFill>
                <a:uFillTx/>
                <a:latin typeface="游ゴシック" pitchFamily="34"/>
                <a:ea typeface="游ゴシック" pitchFamily="34"/>
              </a:rPr>
              <a:t>14</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8</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000000"/>
                </a:solidFill>
                <a:uFillTx/>
                <a:latin typeface="游ゴシック" pitchFamily="34"/>
                <a:ea typeface="游ゴシック" pitchFamily="34"/>
              </a:rPr>
              <a:t>KANDA SQUARE GATE 4</a:t>
            </a:r>
            <a:r>
              <a:rPr lang="ja-JP" sz="1200" b="1" i="0" u="none" strike="noStrike" kern="1200" cap="none" spc="0" baseline="0">
                <a:solidFill>
                  <a:srgbClr val="000000"/>
                </a:solidFill>
                <a:uFillTx/>
                <a:latin typeface="游ゴシック" pitchFamily="34"/>
                <a:ea typeface="游ゴシック" pitchFamily="34"/>
              </a:rPr>
              <a:t>階</a:t>
            </a:r>
            <a:endParaRPr lang="en-US" sz="1200" b="1" i="0" u="none" strike="noStrike" kern="1200" cap="none" spc="0" baseline="0">
              <a:solidFill>
                <a:srgbClr val="000000"/>
              </a:solidFill>
              <a:uFillTx/>
              <a:latin typeface="游ゴシック" pitchFamily="34"/>
              <a:ea typeface="游ゴシック" pitchFamily="34"/>
            </a:endParaRPr>
          </a:p>
        </p:txBody>
      </p:sp>
      <p:sp>
        <p:nvSpPr>
          <p:cNvPr id="14" name="Subtitle 2">
            <a:extLst>
              <a:ext uri="{FF2B5EF4-FFF2-40B4-BE49-F238E27FC236}">
                <a16:creationId xmlns:a16="http://schemas.microsoft.com/office/drawing/2014/main" id="{C8959A6F-0AFC-4A10-2D1C-CF8F2826F3D9}"/>
              </a:ext>
            </a:extLst>
          </p:cNvPr>
          <p:cNvSpPr txBox="1"/>
          <p:nvPr/>
        </p:nvSpPr>
        <p:spPr>
          <a:xfrm>
            <a:off x="5769982" y="5548524"/>
            <a:ext cx="4084048" cy="683203"/>
          </a:xfrm>
          <a:prstGeom prst="rect">
            <a:avLst/>
          </a:prstGeom>
          <a:noFill/>
          <a:ln cap="flat">
            <a:noFill/>
          </a:ln>
        </p:spPr>
        <p:txBody>
          <a:bodyPr vert="horz" wrap="square" lIns="91440" tIns="45720" rIns="91440" bIns="45720" anchor="t" anchorCtr="0" compatLnSpc="1">
            <a:noAutofit/>
          </a:bodyPr>
          <a:lstStyle/>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a:t>
            </a:r>
            <a:r>
              <a:rPr lang="en-US" sz="1200" b="1" i="0" u="none" strike="noStrike" kern="1200" cap="none" spc="0" baseline="0">
                <a:solidFill>
                  <a:srgbClr val="000000"/>
                </a:solidFill>
                <a:uFillTx/>
                <a:latin typeface="游ゴシック" pitchFamily="34"/>
                <a:ea typeface="游ゴシック" pitchFamily="34"/>
              </a:rPr>
              <a:t xml:space="preserve">101-0052 </a:t>
            </a:r>
            <a:r>
              <a:rPr lang="ja-JP" sz="1200" b="1" i="0" u="none" strike="noStrike" kern="1200" cap="none" spc="0" baseline="0">
                <a:solidFill>
                  <a:srgbClr val="000000"/>
                </a:solidFill>
                <a:uFillTx/>
                <a:latin typeface="游ゴシック" pitchFamily="34"/>
                <a:ea typeface="游ゴシック" pitchFamily="34"/>
              </a:rPr>
              <a:t>東京都千代田区神田小川町二丁目</a:t>
            </a:r>
            <a:r>
              <a:rPr lang="en-US" sz="1200" b="1" i="0" u="none" strike="noStrike" kern="1200" cap="none" spc="0" baseline="0">
                <a:solidFill>
                  <a:srgbClr val="000000"/>
                </a:solidFill>
                <a:uFillTx/>
                <a:latin typeface="游ゴシック" pitchFamily="34"/>
                <a:ea typeface="游ゴシック" pitchFamily="34"/>
              </a:rPr>
              <a:t>4</a:t>
            </a:r>
            <a:r>
              <a:rPr lang="ja-JP" sz="1200" b="1" i="0" u="none" strike="noStrike" kern="1200" cap="none" spc="0" baseline="0">
                <a:solidFill>
                  <a:srgbClr val="000000"/>
                </a:solidFill>
                <a:uFillTx/>
                <a:latin typeface="游ゴシック" pitchFamily="34"/>
                <a:ea typeface="游ゴシック" pitchFamily="34"/>
              </a:rPr>
              <a:t>番</a:t>
            </a:r>
            <a:r>
              <a:rPr lang="en-US" sz="1200" b="1" i="0" u="none" strike="noStrike" kern="1200" cap="none" spc="0" baseline="0">
                <a:solidFill>
                  <a:srgbClr val="000000"/>
                </a:solidFill>
                <a:uFillTx/>
                <a:latin typeface="游ゴシック" pitchFamily="34"/>
                <a:ea typeface="游ゴシック" pitchFamily="34"/>
              </a:rPr>
              <a:t>16</a:t>
            </a:r>
            <a:r>
              <a:rPr lang="ja-JP" sz="1200" b="1" i="0" u="none" strike="noStrike" kern="1200" cap="none" spc="0" baseline="0">
                <a:solidFill>
                  <a:srgbClr val="000000"/>
                </a:solidFill>
                <a:uFillTx/>
                <a:latin typeface="游ゴシック" pitchFamily="34"/>
                <a:ea typeface="游ゴシック" pitchFamily="34"/>
              </a:rPr>
              <a:t>号</a:t>
            </a:r>
            <a:endParaRPr lang="en-US" sz="1200" b="1" i="0" u="none" strike="noStrike" kern="1200" cap="none" spc="0" baseline="0">
              <a:solidFill>
                <a:srgbClr val="000000"/>
              </a:solidFill>
              <a:uFillTx/>
              <a:latin typeface="游ゴシック" pitchFamily="34"/>
              <a:ea typeface="游ゴシック" pitchFamily="34"/>
            </a:endParaRPr>
          </a:p>
          <a:p>
            <a:pPr marL="0" marR="0" lvl="0" indent="0" algn="l"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いちご神田小川町ビル</a:t>
            </a:r>
            <a:r>
              <a:rPr lang="en-US" sz="1200" b="1" i="0" u="none" strike="noStrike" kern="1200" cap="none" spc="0" baseline="0">
                <a:solidFill>
                  <a:srgbClr val="000000"/>
                </a:solidFill>
                <a:uFillTx/>
                <a:latin typeface="游ゴシック" pitchFamily="34"/>
                <a:ea typeface="游ゴシック" pitchFamily="34"/>
              </a:rPr>
              <a:t xml:space="preserve"> 3</a:t>
            </a:r>
            <a:r>
              <a:rPr lang="ja-JP" sz="1200" b="1" i="0" u="none" strike="noStrike" kern="1200" cap="none" spc="0" baseline="0">
                <a:solidFill>
                  <a:srgbClr val="000000"/>
                </a:solidFill>
                <a:uFillTx/>
                <a:latin typeface="游ゴシック" pitchFamily="34"/>
                <a:ea typeface="游ゴシック" pitchFamily="34"/>
              </a:rPr>
              <a:t>階</a:t>
            </a:r>
            <a:endParaRPr lang="en-US" sz="1200" b="1" i="0" u="none" strike="noStrike" kern="1200" cap="none" spc="0" baseline="0">
              <a:solidFill>
                <a:srgbClr val="000000"/>
              </a:solidFill>
              <a:uFillTx/>
              <a:latin typeface="游ゴシック" pitchFamily="34"/>
              <a:ea typeface="游ゴシック" pitchFamily="34"/>
            </a:endParaRPr>
          </a:p>
        </p:txBody>
      </p:sp>
      <p:sp>
        <p:nvSpPr>
          <p:cNvPr id="15" name="Subtitle 2">
            <a:extLst>
              <a:ext uri="{FF2B5EF4-FFF2-40B4-BE49-F238E27FC236}">
                <a16:creationId xmlns:a16="http://schemas.microsoft.com/office/drawing/2014/main" id="{C160C8B6-3D5D-4592-24CC-E4B82F0356FA}"/>
              </a:ext>
            </a:extLst>
          </p:cNvPr>
          <p:cNvSpPr txBox="1"/>
          <p:nvPr/>
        </p:nvSpPr>
        <p:spPr>
          <a:xfrm>
            <a:off x="1142113" y="5245272"/>
            <a:ext cx="88801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本部</a:t>
            </a:r>
            <a:endParaRPr lang="en-US" sz="1600" b="1" i="0" u="none" strike="noStrike" kern="1200" cap="none" spc="0" baseline="0">
              <a:solidFill>
                <a:srgbClr val="000000"/>
              </a:solidFill>
              <a:uFillTx/>
            </a:endParaRPr>
          </a:p>
        </p:txBody>
      </p:sp>
      <p:sp>
        <p:nvSpPr>
          <p:cNvPr id="16" name="Subtitle 2">
            <a:extLst>
              <a:ext uri="{FF2B5EF4-FFF2-40B4-BE49-F238E27FC236}">
                <a16:creationId xmlns:a16="http://schemas.microsoft.com/office/drawing/2014/main" id="{7CCADF7E-89CA-0222-9E71-C80402759BB8}"/>
              </a:ext>
            </a:extLst>
          </p:cNvPr>
          <p:cNvSpPr txBox="1"/>
          <p:nvPr/>
        </p:nvSpPr>
        <p:spPr>
          <a:xfrm>
            <a:off x="5664195" y="5249981"/>
            <a:ext cx="2179499" cy="295387"/>
          </a:xfrm>
          <a:prstGeom prst="rect">
            <a:avLst/>
          </a:prstGeom>
          <a:noFill/>
          <a:ln cap="flat">
            <a:noFill/>
          </a:ln>
        </p:spPr>
        <p:txBody>
          <a:bodyPr vert="horz" wrap="square" lIns="91440" tIns="45720" rIns="91440" bIns="45720" anchor="t" anchorCtr="1" compatLnSpc="1">
            <a:no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ja-JP" sz="1600" b="1" i="0" u="none" strike="noStrike" kern="1200" cap="none" spc="0" baseline="0">
                <a:solidFill>
                  <a:srgbClr val="000000"/>
                </a:solidFill>
                <a:uFillTx/>
                <a:latin typeface="游ゴシック" pitchFamily="34"/>
                <a:ea typeface="游ゴシック" pitchFamily="34"/>
              </a:rPr>
              <a:t>神田小川町オフィス</a:t>
            </a:r>
            <a:endParaRPr lang="en-US" sz="1600" b="1" i="0" u="none" strike="noStrike" kern="1200" cap="none" spc="0" baseline="0">
              <a:solidFill>
                <a:srgbClr val="000000"/>
              </a:solidFill>
              <a:uFillTx/>
            </a:endParaRPr>
          </a:p>
        </p:txBody>
      </p:sp>
      <p:sp>
        <p:nvSpPr>
          <p:cNvPr id="17" name="テキスト ボックス 7">
            <a:extLst>
              <a:ext uri="{FF2B5EF4-FFF2-40B4-BE49-F238E27FC236}">
                <a16:creationId xmlns:a16="http://schemas.microsoft.com/office/drawing/2014/main" id="{5FE3A010-C0D0-5CB2-C9EF-941F0345E8FB}"/>
              </a:ext>
            </a:extLst>
          </p:cNvPr>
          <p:cNvSpPr txBox="1"/>
          <p:nvPr/>
        </p:nvSpPr>
        <p:spPr>
          <a:xfrm>
            <a:off x="2634980" y="6618134"/>
            <a:ext cx="5447071" cy="276999"/>
          </a:xfrm>
          <a:prstGeom prst="rect">
            <a:avLst/>
          </a:prstGeom>
          <a:noFill/>
          <a:ln cap="flat">
            <a:noFill/>
          </a:ln>
        </p:spPr>
        <p:txBody>
          <a:bodyPr vert="horz" wrap="squar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1200" b="1" i="0" u="none" strike="noStrike" kern="1200" cap="none" spc="0" baseline="0">
                <a:solidFill>
                  <a:srgbClr val="000000"/>
                </a:solidFill>
                <a:uFillTx/>
                <a:latin typeface="游ゴシック" pitchFamily="34"/>
                <a:ea typeface="游ゴシック" pitchFamily="34"/>
              </a:rPr>
              <a:t>ホームページ　</a:t>
            </a:r>
            <a:r>
              <a:rPr lang="en-US" sz="1200" b="1" i="0" u="none" strike="noStrike" kern="1200" cap="none" spc="0" baseline="0">
                <a:solidFill>
                  <a:srgbClr val="000000"/>
                </a:solidFill>
                <a:uFillTx/>
                <a:latin typeface="游ゴシック" pitchFamily="34"/>
                <a:ea typeface="游ゴシック" pitchFamily="34"/>
              </a:rPr>
              <a:t>https://sumpo.or.jp</a:t>
            </a:r>
          </a:p>
        </p:txBody>
      </p:sp>
    </p:spTree>
    <p:extLst>
      <p:ext uri="{BB962C8B-B14F-4D97-AF65-F5344CB8AC3E}">
        <p14:creationId xmlns:p14="http://schemas.microsoft.com/office/powerpoint/2010/main" val="269360541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2_最終ページ　eng">
    <p:spTree>
      <p:nvGrpSpPr>
        <p:cNvPr id="1" name=""/>
        <p:cNvGrpSpPr/>
        <p:nvPr/>
      </p:nvGrpSpPr>
      <p:grpSpPr>
        <a:xfrm>
          <a:off x="0" y="0"/>
          <a:ext cx="0" cy="0"/>
          <a:chOff x="0" y="0"/>
          <a:chExt cx="0" cy="0"/>
        </a:xfrm>
      </p:grpSpPr>
      <p:pic>
        <p:nvPicPr>
          <p:cNvPr id="2" name="図 2">
            <a:extLst>
              <a:ext uri="{FF2B5EF4-FFF2-40B4-BE49-F238E27FC236}">
                <a16:creationId xmlns:a16="http://schemas.microsoft.com/office/drawing/2014/main" id="{183D6CEF-9D75-58BF-8167-5A46A4EEFF13}"/>
              </a:ext>
            </a:extLst>
          </p:cNvPr>
          <p:cNvPicPr>
            <a:picLocks noChangeAspect="1"/>
          </p:cNvPicPr>
          <p:nvPr/>
        </p:nvPicPr>
        <p:blipFill>
          <a:blip r:embed="rId2"/>
          <a:srcRect/>
          <a:stretch>
            <a:fillRect/>
          </a:stretch>
        </p:blipFill>
        <p:spPr>
          <a:xfrm>
            <a:off x="-8723" y="-134389"/>
            <a:ext cx="10697894" cy="7559673"/>
          </a:xfrm>
          <a:prstGeom prst="rect">
            <a:avLst/>
          </a:prstGeom>
          <a:noFill/>
          <a:ln cap="flat">
            <a:noFill/>
          </a:ln>
        </p:spPr>
      </p:pic>
      <p:sp>
        <p:nvSpPr>
          <p:cNvPr id="3" name="正方形/長方形 7">
            <a:extLst>
              <a:ext uri="{FF2B5EF4-FFF2-40B4-BE49-F238E27FC236}">
                <a16:creationId xmlns:a16="http://schemas.microsoft.com/office/drawing/2014/main" id="{4A07C37B-5D61-5914-7102-6F926E18DC3F}"/>
              </a:ext>
            </a:extLst>
          </p:cNvPr>
          <p:cNvSpPr/>
          <p:nvPr/>
        </p:nvSpPr>
        <p:spPr>
          <a:xfrm>
            <a:off x="-14100" y="7236863"/>
            <a:ext cx="10711400"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cxnSp>
        <p:nvCxnSpPr>
          <p:cNvPr id="4" name="直線コネクタ 19">
            <a:extLst>
              <a:ext uri="{FF2B5EF4-FFF2-40B4-BE49-F238E27FC236}">
                <a16:creationId xmlns:a16="http://schemas.microsoft.com/office/drawing/2014/main" id="{330D6E9B-C6EE-A0DC-4821-3BC9554E561F}"/>
              </a:ext>
            </a:extLst>
          </p:cNvPr>
          <p:cNvCxnSpPr/>
          <p:nvPr/>
        </p:nvCxnSpPr>
        <p:spPr>
          <a:xfrm>
            <a:off x="-5779" y="7166518"/>
            <a:ext cx="10692006" cy="0"/>
          </a:xfrm>
          <a:prstGeom prst="straightConnector1">
            <a:avLst/>
          </a:prstGeom>
          <a:noFill/>
          <a:ln w="7616" cap="flat">
            <a:solidFill>
              <a:srgbClr val="004198"/>
            </a:solidFill>
            <a:prstDash val="solid"/>
            <a:miter/>
          </a:ln>
        </p:spPr>
      </p:cxnSp>
      <p:sp>
        <p:nvSpPr>
          <p:cNvPr id="5" name="正方形/長方形 21">
            <a:extLst>
              <a:ext uri="{FF2B5EF4-FFF2-40B4-BE49-F238E27FC236}">
                <a16:creationId xmlns:a16="http://schemas.microsoft.com/office/drawing/2014/main" id="{9DF1F77C-A335-EC48-6482-28D553137F7F}"/>
              </a:ext>
            </a:extLst>
          </p:cNvPr>
          <p:cNvSpPr/>
          <p:nvPr/>
        </p:nvSpPr>
        <p:spPr>
          <a:xfrm>
            <a:off x="-10543" y="-136785"/>
            <a:ext cx="10705914" cy="322810"/>
          </a:xfrm>
          <a:prstGeom prst="rect">
            <a:avLst/>
          </a:prstGeom>
          <a:solidFill>
            <a:srgbClr val="004198"/>
          </a:solid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a typeface="游ゴシック" pitchFamily="34"/>
            </a:endParaRPr>
          </a:p>
        </p:txBody>
      </p:sp>
      <p:sp>
        <p:nvSpPr>
          <p:cNvPr id="6" name="テキスト ボックス 15">
            <a:extLst>
              <a:ext uri="{FF2B5EF4-FFF2-40B4-BE49-F238E27FC236}">
                <a16:creationId xmlns:a16="http://schemas.microsoft.com/office/drawing/2014/main" id="{C3D35E23-7379-4534-887E-02BB67C6F24E}"/>
              </a:ext>
            </a:extLst>
          </p:cNvPr>
          <p:cNvSpPr txBox="1"/>
          <p:nvPr/>
        </p:nvSpPr>
        <p:spPr>
          <a:xfrm>
            <a:off x="2381874" y="3880420"/>
            <a:ext cx="5916707" cy="400114"/>
          </a:xfrm>
          <a:prstGeom prst="rect">
            <a:avLst/>
          </a:prstGeom>
          <a:noFill/>
          <a:ln cap="flat">
            <a:noFill/>
          </a:ln>
        </p:spPr>
        <p:txBody>
          <a:bodyPr vert="horz" wrap="square" lIns="91440" tIns="45720" rIns="91440" bIns="45720" anchor="ctr" anchorCtr="1"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2060"/>
                </a:solidFill>
                <a:uFillTx/>
                <a:latin typeface="Calibri"/>
                <a:ea typeface="游ゴシック" pitchFamily="34"/>
              </a:rPr>
              <a:t>Thank you for your attention</a:t>
            </a:r>
          </a:p>
        </p:txBody>
      </p:sp>
      <p:sp>
        <p:nvSpPr>
          <p:cNvPr id="7" name="Subtitle 2">
            <a:extLst>
              <a:ext uri="{FF2B5EF4-FFF2-40B4-BE49-F238E27FC236}">
                <a16:creationId xmlns:a16="http://schemas.microsoft.com/office/drawing/2014/main" id="{E64D9FDF-E252-4CE4-2E5E-F8D62F7E303C}"/>
              </a:ext>
            </a:extLst>
          </p:cNvPr>
          <p:cNvSpPr txBox="1"/>
          <p:nvPr/>
        </p:nvSpPr>
        <p:spPr>
          <a:xfrm>
            <a:off x="7457261" y="7248988"/>
            <a:ext cx="2821262" cy="340568"/>
          </a:xfrm>
          <a:prstGeom prst="rect">
            <a:avLst/>
          </a:prstGeom>
          <a:noFill/>
          <a:ln cap="flat">
            <a:noFill/>
          </a:ln>
        </p:spPr>
        <p:txBody>
          <a:bodyPr vert="horz" wrap="square" lIns="91440" tIns="45720" rIns="91440" bIns="45720" anchor="ctr" anchorCtr="1" compatLnSpc="1">
            <a:normAutofit/>
          </a:bodyPr>
          <a:lstStyle/>
          <a:p>
            <a:pPr marL="0" marR="0" lvl="0" indent="0" algn="ctr" defTabSz="1007943" rtl="0" fontAlgn="auto" hangingPunct="1">
              <a:lnSpc>
                <a:spcPct val="90000"/>
              </a:lnSpc>
              <a:spcBef>
                <a:spcPts val="1100"/>
              </a:spcBef>
              <a:spcAft>
                <a:spcPts val="0"/>
              </a:spcAft>
              <a:buNone/>
              <a:tabLst/>
              <a:defRPr sz="1800" b="0" i="0" u="none" strike="noStrike" kern="0" cap="none" spc="0" baseline="0">
                <a:solidFill>
                  <a:srgbClr val="000000"/>
                </a:solidFill>
                <a:uFillTx/>
              </a:defRPr>
            </a:pPr>
            <a:r>
              <a:rPr lang="en-US" sz="900" b="0" i="0" u="none" strike="noStrike" kern="1200" cap="none" spc="0" baseline="0">
                <a:solidFill>
                  <a:srgbClr val="FFFFFF"/>
                </a:solidFill>
                <a:uFillTx/>
                <a:latin typeface="Hiragino Kaku Gothic Std W3" pitchFamily="34"/>
                <a:ea typeface="Hiragino Kaku Gothic Std W3" pitchFamily="34"/>
              </a:rPr>
              <a:t>©2026 Copyright. All Rights Reserved. SuMPO</a:t>
            </a:r>
          </a:p>
        </p:txBody>
      </p:sp>
    </p:spTree>
    <p:extLst>
      <p:ext uri="{BB962C8B-B14F-4D97-AF65-F5344CB8AC3E}">
        <p14:creationId xmlns:p14="http://schemas.microsoft.com/office/powerpoint/2010/main" val="3299828508"/>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CA11BB-0FCA-14E5-77E7-6D3C641CED86}"/>
              </a:ext>
            </a:extLst>
          </p:cNvPr>
          <p:cNvSpPr txBox="1">
            <a:spLocks noGrp="1"/>
          </p:cNvSpPr>
          <p:nvPr>
            <p:ph type="title"/>
          </p:nvPr>
        </p:nvSpPr>
        <p:spPr>
          <a:xfrm>
            <a:off x="735058" y="402482"/>
            <a:ext cx="9221687" cy="1461183"/>
          </a:xfrm>
          <a:prstGeom prst="rect">
            <a:avLst/>
          </a:prstGeom>
          <a:noFill/>
          <a:ln>
            <a:noFill/>
          </a:ln>
        </p:spPr>
        <p:txBody>
          <a:bodyPr vert="horz" wrap="square" lIns="91440" tIns="45720" rIns="91440" bIns="45720" anchor="ctr" anchorCtr="0" compatLnSpc="1">
            <a:normAutofit/>
          </a:bodyPr>
          <a:lstStyle/>
          <a:p>
            <a:pPr lvl="0"/>
            <a:r>
              <a:rPr lang="ja-JP"/>
              <a:t>マスター タイトルの書式設定</a:t>
            </a:r>
            <a:endParaRPr lang="en-US"/>
          </a:p>
        </p:txBody>
      </p:sp>
      <p:sp>
        <p:nvSpPr>
          <p:cNvPr id="3" name="Text Placeholder 2">
            <a:extLst>
              <a:ext uri="{FF2B5EF4-FFF2-40B4-BE49-F238E27FC236}">
                <a16:creationId xmlns:a16="http://schemas.microsoft.com/office/drawing/2014/main" id="{A0FC7445-7560-C19C-0A60-EF5222A19A92}"/>
              </a:ext>
            </a:extLst>
          </p:cNvPr>
          <p:cNvSpPr txBox="1">
            <a:spLocks noGrp="1"/>
          </p:cNvSpPr>
          <p:nvPr>
            <p:ph type="body" idx="1"/>
          </p:nvPr>
        </p:nvSpPr>
        <p:spPr>
          <a:xfrm>
            <a:off x="735058" y="2012411"/>
            <a:ext cx="9221687" cy="4796540"/>
          </a:xfrm>
          <a:prstGeom prst="rect">
            <a:avLst/>
          </a:prstGeom>
          <a:noFill/>
          <a:ln>
            <a:noFill/>
          </a:ln>
        </p:spPr>
        <p:txBody>
          <a:bodyPr vert="horz" wrap="square" lIns="91440" tIns="45720" rIns="91440" bIns="45720" anchor="t" anchorCtr="0" compatLnSpc="1">
            <a:normAutofit/>
          </a:bodyPr>
          <a:lstStyle/>
          <a:p>
            <a:pPr lvl="0"/>
            <a:r>
              <a:rPr lang="ja-JP"/>
              <a:t>マスター テキストの書式設定</a:t>
            </a:r>
          </a:p>
          <a:p>
            <a:pPr lvl="1"/>
            <a:r>
              <a:rPr lang="ja-JP"/>
              <a:t>第</a:t>
            </a:r>
            <a:r>
              <a:rPr lang="en-US"/>
              <a:t xml:space="preserve"> 2 </a:t>
            </a:r>
            <a:r>
              <a:rPr lang="ja-JP"/>
              <a:t>レベル</a:t>
            </a:r>
          </a:p>
          <a:p>
            <a:pPr lvl="2"/>
            <a:r>
              <a:rPr lang="ja-JP"/>
              <a:t>第</a:t>
            </a:r>
            <a:r>
              <a:rPr lang="en-US"/>
              <a:t xml:space="preserve"> 3 </a:t>
            </a:r>
            <a:r>
              <a:rPr lang="ja-JP"/>
              <a:t>レベル</a:t>
            </a:r>
          </a:p>
          <a:p>
            <a:pPr lvl="3"/>
            <a:r>
              <a:rPr lang="ja-JP"/>
              <a:t>第</a:t>
            </a:r>
            <a:r>
              <a:rPr lang="en-US"/>
              <a:t xml:space="preserve"> 4 </a:t>
            </a:r>
            <a:r>
              <a:rPr lang="ja-JP"/>
              <a:t>レベル</a:t>
            </a:r>
          </a:p>
          <a:p>
            <a:pPr lvl="4"/>
            <a:r>
              <a:rPr lang="ja-JP"/>
              <a:t>第</a:t>
            </a:r>
            <a:r>
              <a:rPr lang="en-US"/>
              <a:t xml:space="preserve"> 5 </a:t>
            </a:r>
            <a:r>
              <a:rPr lang="ja-JP"/>
              <a:t>レベル</a:t>
            </a:r>
            <a:endParaRPr lang="en-US"/>
          </a:p>
        </p:txBody>
      </p:sp>
      <p:sp>
        <p:nvSpPr>
          <p:cNvPr id="4" name="Date Placeholder 3">
            <a:extLst>
              <a:ext uri="{FF2B5EF4-FFF2-40B4-BE49-F238E27FC236}">
                <a16:creationId xmlns:a16="http://schemas.microsoft.com/office/drawing/2014/main" id="{6D3F0E83-D2A2-BAF3-C441-4C624011FF33}"/>
              </a:ext>
            </a:extLst>
          </p:cNvPr>
          <p:cNvSpPr txBox="1">
            <a:spLocks noGrp="1"/>
          </p:cNvSpPr>
          <p:nvPr>
            <p:ph type="dt" sz="half" idx="2"/>
          </p:nvPr>
        </p:nvSpPr>
        <p:spPr>
          <a:xfrm>
            <a:off x="735058" y="7006699"/>
            <a:ext cx="2405658" cy="402482"/>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US" sz="1323" b="0" i="0" u="none" strike="noStrike" kern="1200" cap="none" spc="0" baseline="0">
                <a:solidFill>
                  <a:srgbClr val="898989"/>
                </a:solidFill>
                <a:uFillTx/>
                <a:latin typeface="Calibri"/>
                <a:ea typeface="游ゴシック" pitchFamily="34"/>
              </a:defRPr>
            </a:lvl1pPr>
          </a:lstStyle>
          <a:p>
            <a:pPr lvl="0"/>
            <a:fld id="{CC786BA6-7B56-F543-9072-18E670050153}" type="datetime1">
              <a:rPr lang="en-US"/>
              <a:pPr lvl="0"/>
              <a:t>2026/6/1</a:t>
            </a:fld>
            <a:endParaRPr lang="en-US"/>
          </a:p>
        </p:txBody>
      </p:sp>
      <p:sp>
        <p:nvSpPr>
          <p:cNvPr id="5" name="Footer Placeholder 4">
            <a:extLst>
              <a:ext uri="{FF2B5EF4-FFF2-40B4-BE49-F238E27FC236}">
                <a16:creationId xmlns:a16="http://schemas.microsoft.com/office/drawing/2014/main" id="{852ACB77-1F57-9A54-BD63-2A64E4AD477D}"/>
              </a:ext>
            </a:extLst>
          </p:cNvPr>
          <p:cNvSpPr txBox="1">
            <a:spLocks noGrp="1"/>
          </p:cNvSpPr>
          <p:nvPr>
            <p:ph type="ftr" sz="quarter" idx="3"/>
          </p:nvPr>
        </p:nvSpPr>
        <p:spPr>
          <a:xfrm>
            <a:off x="3541663" y="7006699"/>
            <a:ext cx="3608487" cy="402482"/>
          </a:xfrm>
          <a:prstGeom prst="rect">
            <a:avLst/>
          </a:prstGeom>
          <a:noFill/>
          <a:ln>
            <a:noFill/>
          </a:ln>
        </p:spPr>
        <p:txBody>
          <a:bodyPr vert="horz" wrap="square" lIns="91440" tIns="45720" rIns="91440" bIns="45720" anchor="ctr" anchorCtr="1" compatLnSpc="1">
            <a:noAutofit/>
          </a:bodyPr>
          <a:lstStyle>
            <a:lvl1pPr marL="0" marR="0" lvl="0" indent="0" algn="ctr" defTabSz="457200" rtl="0" fontAlgn="auto" hangingPunct="1">
              <a:lnSpc>
                <a:spcPct val="100000"/>
              </a:lnSpc>
              <a:spcBef>
                <a:spcPts val="0"/>
              </a:spcBef>
              <a:spcAft>
                <a:spcPts val="0"/>
              </a:spcAft>
              <a:buNone/>
              <a:tabLst/>
              <a:defRPr lang="en-US" sz="1323" b="0" i="0" u="none" strike="noStrike" kern="1200" cap="none" spc="0" baseline="0">
                <a:solidFill>
                  <a:srgbClr val="898989"/>
                </a:solidFill>
                <a:uFillTx/>
                <a:latin typeface="Calibri"/>
                <a:ea typeface="游ゴシック" pitchFamily="34"/>
              </a:defRPr>
            </a:lvl1pPr>
          </a:lstStyle>
          <a:p>
            <a:pPr lvl="0"/>
            <a:endParaRPr lang="en-US"/>
          </a:p>
        </p:txBody>
      </p:sp>
      <p:sp>
        <p:nvSpPr>
          <p:cNvPr id="6" name="Slide Number Placeholder 5">
            <a:extLst>
              <a:ext uri="{FF2B5EF4-FFF2-40B4-BE49-F238E27FC236}">
                <a16:creationId xmlns:a16="http://schemas.microsoft.com/office/drawing/2014/main" id="{7A69809A-6A04-37EE-29EA-F6680BBD4730}"/>
              </a:ext>
            </a:extLst>
          </p:cNvPr>
          <p:cNvSpPr txBox="1">
            <a:spLocks noGrp="1"/>
          </p:cNvSpPr>
          <p:nvPr>
            <p:ph type="sldNum" sz="quarter" idx="4"/>
          </p:nvPr>
        </p:nvSpPr>
        <p:spPr>
          <a:xfrm>
            <a:off x="7551096" y="7006699"/>
            <a:ext cx="2405658" cy="402482"/>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US" sz="1323" b="0" i="0" u="none" strike="noStrike" kern="1200" cap="none" spc="0" baseline="0">
                <a:solidFill>
                  <a:srgbClr val="898989"/>
                </a:solidFill>
                <a:uFillTx/>
                <a:latin typeface="Calibri"/>
                <a:ea typeface="游ゴシック" pitchFamily="34"/>
              </a:defRPr>
            </a:lvl1pPr>
          </a:lstStyle>
          <a:p>
            <a:pPr lvl="0"/>
            <a:fld id="{205576F5-C101-5640-84CE-C69780011BCD}"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marL="0" marR="0" lvl="0" indent="0" algn="l" defTabSz="1007943" rtl="0" fontAlgn="auto" hangingPunct="1">
        <a:lnSpc>
          <a:spcPct val="90000"/>
        </a:lnSpc>
        <a:spcBef>
          <a:spcPts val="0"/>
        </a:spcBef>
        <a:spcAft>
          <a:spcPts val="0"/>
        </a:spcAft>
        <a:buNone/>
        <a:tabLst/>
        <a:defRPr lang="ja-JP" sz="4850" b="0" i="0" u="none" strike="noStrike" kern="1200" cap="none" spc="0" baseline="0">
          <a:solidFill>
            <a:srgbClr val="000000"/>
          </a:solidFill>
          <a:uFillTx/>
          <a:latin typeface="Calibri Light"/>
          <a:ea typeface="游ゴシック Light" pitchFamily="34"/>
        </a:defRPr>
      </a:lvl1pPr>
    </p:titleStyle>
    <p:bodyStyle>
      <a:lvl1pPr marL="251990" marR="0" lvl="0" indent="-251990" algn="l" defTabSz="1007943" rtl="0" fontAlgn="auto" hangingPunct="1">
        <a:lnSpc>
          <a:spcPct val="90000"/>
        </a:lnSpc>
        <a:spcBef>
          <a:spcPts val="1100"/>
        </a:spcBef>
        <a:spcAft>
          <a:spcPts val="0"/>
        </a:spcAft>
        <a:buSzPct val="100000"/>
        <a:buFont typeface="Arial" pitchFamily="34"/>
        <a:buChar char="•"/>
        <a:tabLst/>
        <a:defRPr lang="ja-JP" sz="3086" b="0" i="0" u="none" strike="noStrike" kern="1200" cap="none" spc="0" baseline="0">
          <a:solidFill>
            <a:srgbClr val="000000"/>
          </a:solidFill>
          <a:uFillTx/>
          <a:latin typeface="Calibri"/>
          <a:ea typeface="游ゴシック" pitchFamily="34"/>
        </a:defRPr>
      </a:lvl1pPr>
      <a:lvl2pPr marL="755952" marR="0" lvl="1" indent="-251990" algn="l" defTabSz="1007943" rtl="0" fontAlgn="auto" hangingPunct="1">
        <a:lnSpc>
          <a:spcPct val="90000"/>
        </a:lnSpc>
        <a:spcBef>
          <a:spcPts val="550"/>
        </a:spcBef>
        <a:spcAft>
          <a:spcPts val="0"/>
        </a:spcAft>
        <a:buSzPct val="100000"/>
        <a:buFont typeface="Arial" pitchFamily="34"/>
        <a:buChar char="•"/>
        <a:tabLst/>
        <a:defRPr lang="ja-JP" sz="2646" b="0" i="0" u="none" strike="noStrike" kern="1200" cap="none" spc="0" baseline="0">
          <a:solidFill>
            <a:srgbClr val="000000"/>
          </a:solidFill>
          <a:uFillTx/>
          <a:latin typeface="Calibri"/>
          <a:ea typeface="游ゴシック" pitchFamily="34"/>
        </a:defRPr>
      </a:lvl2pPr>
      <a:lvl3pPr marL="1259933" marR="0" lvl="2" indent="-251990" algn="l" defTabSz="1007943" rtl="0" fontAlgn="auto" hangingPunct="1">
        <a:lnSpc>
          <a:spcPct val="90000"/>
        </a:lnSpc>
        <a:spcBef>
          <a:spcPts val="550"/>
        </a:spcBef>
        <a:spcAft>
          <a:spcPts val="0"/>
        </a:spcAft>
        <a:buSzPct val="100000"/>
        <a:buFont typeface="Arial" pitchFamily="34"/>
        <a:buChar char="•"/>
        <a:tabLst/>
        <a:defRPr lang="ja-JP" sz="2205" b="0" i="0" u="none" strike="noStrike" kern="1200" cap="none" spc="0" baseline="0">
          <a:solidFill>
            <a:srgbClr val="000000"/>
          </a:solidFill>
          <a:uFillTx/>
          <a:latin typeface="Calibri"/>
          <a:ea typeface="游ゴシック" pitchFamily="34"/>
        </a:defRPr>
      </a:lvl3pPr>
      <a:lvl4pPr marL="1763895" marR="0" lvl="3" indent="-251990" algn="l" defTabSz="1007943" rtl="0" fontAlgn="auto" hangingPunct="1">
        <a:lnSpc>
          <a:spcPct val="90000"/>
        </a:lnSpc>
        <a:spcBef>
          <a:spcPts val="550"/>
        </a:spcBef>
        <a:spcAft>
          <a:spcPts val="0"/>
        </a:spcAft>
        <a:buSzPct val="100000"/>
        <a:buFont typeface="Arial" pitchFamily="34"/>
        <a:buChar char="•"/>
        <a:tabLst/>
        <a:defRPr lang="ja-JP" sz="1984" b="0" i="0" u="none" strike="noStrike" kern="1200" cap="none" spc="0" baseline="0">
          <a:solidFill>
            <a:srgbClr val="000000"/>
          </a:solidFill>
          <a:uFillTx/>
          <a:latin typeface="Calibri"/>
          <a:ea typeface="游ゴシック" pitchFamily="34"/>
        </a:defRPr>
      </a:lvl4pPr>
      <a:lvl5pPr marL="2267867" marR="0" lvl="4" indent="-251990" algn="l" defTabSz="1007943" rtl="0" fontAlgn="auto" hangingPunct="1">
        <a:lnSpc>
          <a:spcPct val="90000"/>
        </a:lnSpc>
        <a:spcBef>
          <a:spcPts val="550"/>
        </a:spcBef>
        <a:spcAft>
          <a:spcPts val="0"/>
        </a:spcAft>
        <a:buSzPct val="100000"/>
        <a:buFont typeface="Arial" pitchFamily="34"/>
        <a:buChar char="•"/>
        <a:tabLst/>
        <a:defRPr lang="ja-JP" sz="1984" b="0" i="0" u="none" strike="noStrike" kern="1200" cap="none" spc="0" baseline="0">
          <a:solidFill>
            <a:srgbClr val="000000"/>
          </a:solidFill>
          <a:uFillTx/>
          <a:latin typeface="Calibri"/>
          <a:ea typeface="游ゴシック" pitchFamily="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ja-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17D019-FC36-F0D1-D01A-52F8B40B47F1}"/>
              </a:ext>
            </a:extLst>
          </p:cNvPr>
          <p:cNvSpPr txBox="1">
            <a:spLocks noGrp="1"/>
          </p:cNvSpPr>
          <p:nvPr>
            <p:ph type="ctrTitle"/>
          </p:nvPr>
        </p:nvSpPr>
        <p:spPr/>
        <p:txBody>
          <a:bodyPr/>
          <a:lstStyle/>
          <a:p>
            <a:r>
              <a:rPr lang="ja-JP" altLang="en-US" dirty="0"/>
              <a:t>動的LCA計算手法——科学的基盤と理論的理解</a:t>
            </a:r>
          </a:p>
        </p:txBody>
      </p:sp>
      <p:sp>
        <p:nvSpPr>
          <p:cNvPr id="3" name="字幕 2">
            <a:extLst>
              <a:ext uri="{FF2B5EF4-FFF2-40B4-BE49-F238E27FC236}">
                <a16:creationId xmlns:a16="http://schemas.microsoft.com/office/drawing/2014/main" id="{12DF0FDD-E431-897B-FF96-EB80B54A73D5}"/>
              </a:ext>
            </a:extLst>
          </p:cNvPr>
          <p:cNvSpPr txBox="1">
            <a:spLocks noGrp="1"/>
          </p:cNvSpPr>
          <p:nvPr>
            <p:ph type="subTitle" idx="1"/>
          </p:nvPr>
        </p:nvSpPr>
        <p:spPr/>
        <p:txBody>
          <a:bodyPr/>
          <a:lstStyle/>
          <a:p>
            <a:r>
              <a:rPr lang="ja-JP" altLang="en-US" dirty="0"/>
              <a:t>時間依存型インベントリ・動的影響評価・短寿命気候変動強制因子の統合的解説</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2146846567">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本プレゼンテーションの構成</a:t>
            </a:r>
          </a:p>
        </p:txBody>
      </p:sp>
      <p:sp>
        <p:nvSpPr>
          <p:cNvPr id="3" name="コンテンツ プレースホルダー 2"/>
          <p:cNvSpPr txBox="1">
            <a:spLocks noGrp="1"/>
          </p:cNvSpPr>
          <p:nvPr>
            <p:ph idx="1"/>
          </p:nvPr>
        </p:nvSpPr>
        <p:spPr/>
        <p:txBody>
          <a:bodyPr>
            <a:normAutofit/>
          </a:bodyPr>
          <a:lstStyle/>
          <a:p>
            <a:r>
              <a:rPr lang="ja-JP" altLang="en-US" sz="1500" dirty="0"/>
              <a:t>ステップ 0 ｜ 時間の思考実験——なぜタイミングが効くのか</a:t>
            </a:r>
          </a:p>
          <a:p>
            <a:r>
              <a:rPr lang="ja-JP" altLang="en-US" sz="1500" dirty="0"/>
              <a:t>ステップ 1 ｜ 静的LCAの構造——「時間が消える2か所」</a:t>
            </a:r>
          </a:p>
          <a:p>
            <a:r>
              <a:rPr lang="ja-JP" altLang="en-US" sz="1500" dirty="0"/>
              <a:t>ステップ 2 ｜ 動的LCA概観——2層構造の全体地図</a:t>
            </a:r>
          </a:p>
          <a:p>
            <a:r>
              <a:rPr lang="ja-JP" altLang="en-US" sz="1500" dirty="0"/>
              <a:t>ステップ 3 ｜ 層1：動的LCI——いつ排出されるか</a:t>
            </a:r>
          </a:p>
          <a:p>
            <a:r>
              <a:rPr lang="ja-JP" altLang="en-US" sz="1500" dirty="0"/>
              <a:t>ステップ 4 ｜ 層2：動的LCIA——1パルスの排出の運命（★ 理論の核心）</a:t>
            </a:r>
          </a:p>
          <a:p>
            <a:r>
              <a:rPr lang="ja-JP" altLang="en-US" sz="1500" dirty="0"/>
              <a:t>ステップ 5 ｜ SLCFの時間的集中性——動的LCAが最も効く領域</a:t>
            </a:r>
          </a:p>
          <a:p>
            <a:r>
              <a:rPr lang="ja-JP" altLang="en-US" sz="1500" dirty="0"/>
              <a:t>ステップ 6 ｜ 理論から制度へ——「厳密 ↔ 簡易」のスペクトル</a:t>
            </a:r>
          </a:p>
          <a:p>
            <a:r>
              <a:rPr lang="ja-JP" altLang="en-US" sz="1500" dirty="0"/>
              <a:t>ステップ 7 ｜ まとめと正直な限界</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dirty="0"/>
              <a:t>ステップ 0</a:t>
            </a:r>
          </a:p>
        </p:txBody>
      </p:sp>
      <p:sp>
        <p:nvSpPr>
          <p:cNvPr id="3" name="サブタイトル 2"/>
          <p:cNvSpPr txBox="1">
            <a:spLocks noGrp="1"/>
          </p:cNvSpPr>
          <p:nvPr>
            <p:ph type="subTitle" idx="4294967295"/>
          </p:nvPr>
        </p:nvSpPr>
        <p:spPr/>
        <p:txBody>
          <a:bodyPr/>
          <a:lstStyle/>
          <a:p>
            <a:r>
              <a:rPr lang="ja-JP" altLang="en-US" dirty="0"/>
              <a:t>時間の思考実験——なぜタイミングが効くのか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同じ総排出量でも気候影響は異なる</a:t>
            </a:r>
          </a:p>
        </p:txBody>
      </p:sp>
      <p:sp>
        <p:nvSpPr>
          <p:cNvPr id="3" name="コンテンツ プレースホルダー 2"/>
          <p:cNvSpPr txBox="1">
            <a:spLocks noGrp="1"/>
          </p:cNvSpPr>
          <p:nvPr>
            <p:ph idx="1"/>
          </p:nvPr>
        </p:nvSpPr>
        <p:spPr/>
        <p:txBody>
          <a:bodyPr>
            <a:normAutofit/>
          </a:bodyPr>
          <a:lstStyle/>
          <a:p>
            <a:r>
              <a:rPr lang="ja-JP" altLang="en-US" sz="1500" dirty="0"/>
              <a:t>問い：シナリオA「今日1 kgのCO₂を排出」vs シナリオB「50年後に1 kgのCO₂を排出」</a:t>
            </a:r>
          </a:p>
          <a:p>
            <a:r>
              <a:rPr lang="ja-JP" altLang="en-US" sz="1500" dirty="0"/>
              <a:t>→ 静的LCAは両者を「同点」と評価する（総排出量が同じため）</a:t>
            </a:r>
          </a:p>
          <a:p>
            <a:r>
              <a:rPr lang="ja-JP" altLang="en-US" sz="1500" dirty="0"/>
              <a:t>→ 物理的な答えは「違う」——大気残留・放射強制の積算量が異なる</a:t>
            </a:r>
          </a:p>
          <a:p>
            <a:r>
              <a:rPr lang="ja-JP" altLang="en-US" sz="1500" dirty="0"/>
              <a:t>建材の例：樹木が固定したCO₂（t=0）→ 解体・燃焼で放出（t=50年）</a:t>
            </a:r>
          </a:p>
          <a:p>
            <a:r>
              <a:rPr lang="ja-JP" altLang="en-US" sz="1500" dirty="0"/>
              <a:t>静的LCAはこの50年の時間差を無視 → 木材の気候便益を著しく過小評価</a:t>
            </a:r>
          </a:p>
          <a:p>
            <a:r>
              <a:rPr lang="ja-JP" altLang="en-US" sz="1500" dirty="0"/>
              <a:t>これがプレゼン全体を貫く中心的問い——タイミングはなぜ・どう効くのか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dirty="0"/>
              <a:t>ステップ 1</a:t>
            </a:r>
          </a:p>
        </p:txBody>
      </p:sp>
      <p:sp>
        <p:nvSpPr>
          <p:cNvPr id="3" name="サブタイトル 2"/>
          <p:cNvSpPr txBox="1">
            <a:spLocks noGrp="1"/>
          </p:cNvSpPr>
          <p:nvPr>
            <p:ph type="subTitle" idx="4294967295"/>
          </p:nvPr>
        </p:nvSpPr>
        <p:spPr/>
        <p:txBody>
          <a:bodyPr/>
          <a:lstStyle/>
          <a:p>
            <a:r>
              <a:rPr lang="ja-JP" altLang="en-US" dirty="0"/>
              <a:t>静的LCAの構造——「時間が消える2か所」</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静的LCA行列計算と2つの時間的消失点</a:t>
            </a:r>
          </a:p>
        </p:txBody>
      </p:sp>
      <p:sp>
        <p:nvSpPr>
          <p:cNvPr id="3" name="コンテンツ プレースホルダー 2"/>
          <p:cNvSpPr txBox="1">
            <a:spLocks noGrp="1"/>
          </p:cNvSpPr>
          <p:nvPr>
            <p:ph idx="1"/>
          </p:nvPr>
        </p:nvSpPr>
        <p:spPr/>
        <p:txBody>
          <a:bodyPr>
            <a:normAutofit/>
          </a:bodyPr>
          <a:lstStyle/>
          <a:p>
            <a:r>
              <a:rPr lang="ja-JP" altLang="en-US" sz="1500" dirty="0"/>
              <a:t>中心計算式：s = A⁻¹f,　g = Bs,　i = Cg　（Heijungs &amp; Suh, 2002）</a:t>
            </a:r>
          </a:p>
          <a:p>
            <a:r>
              <a:rPr lang="ja-JP" altLang="en-US" sz="1500" dirty="0"/>
              <a:t>消失点①：B行列は「代表的な稼働期間の平均値」——排出の時刻情報が存在しない</a:t>
            </a:r>
          </a:p>
          <a:p>
            <a:r>
              <a:rPr lang="ja-JP" altLang="en-US" sz="1500" dirty="0"/>
              <a:t xml:space="preserve">  → 排出量ベクトル g はすべての排出フローを t=0 に集約する</a:t>
            </a:r>
          </a:p>
          <a:p>
            <a:r>
              <a:rPr lang="ja-JP" altLang="en-US" sz="1500" dirty="0"/>
              <a:t>消失点②：特性化係数 C（GWP100）は「全排出を今日放出」という固定前提を焼き込む</a:t>
            </a:r>
          </a:p>
          <a:p>
            <a:r>
              <a:rPr lang="ja-JP" altLang="en-US" sz="1500" dirty="0"/>
              <a:t xml:space="preserve">  → 排出タイミングに依存する影響の差異を計測できない</a:t>
            </a:r>
          </a:p>
          <a:p>
            <a:r>
              <a:rPr lang="ja-JP" altLang="en-US" sz="1500" dirty="0"/>
              <a:t>この2か所が、動的LCAの「2つの層」（動的LCI・動的LCIA）を定義する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dirty="0"/>
              <a:t>ステップ 2</a:t>
            </a:r>
          </a:p>
        </p:txBody>
      </p:sp>
      <p:sp>
        <p:nvSpPr>
          <p:cNvPr id="3" name="サブタイトル 2"/>
          <p:cNvSpPr txBox="1">
            <a:spLocks noGrp="1"/>
          </p:cNvSpPr>
          <p:nvPr>
            <p:ph type="subTitle" idx="4294967295"/>
          </p:nvPr>
        </p:nvSpPr>
        <p:spPr/>
        <p:txBody>
          <a:bodyPr/>
          <a:lstStyle/>
          <a:p>
            <a:r>
              <a:rPr lang="ja-JP" altLang="en-US" dirty="0"/>
              <a:t>動的LCA概観——2層構造の全体地図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動的LCA：静的LCAへの2段階の補完</a:t>
            </a:r>
          </a:p>
        </p:txBody>
      </p:sp>
      <p:sp>
        <p:nvSpPr>
          <p:cNvPr id="3" name="コンテンツ プレースホルダー 2"/>
          <p:cNvSpPr txBox="1">
            <a:spLocks noGrp="1"/>
          </p:cNvSpPr>
          <p:nvPr>
            <p:ph idx="1"/>
          </p:nvPr>
        </p:nvSpPr>
        <p:spPr/>
        <p:txBody>
          <a:bodyPr>
            <a:normAutofit/>
          </a:bodyPr>
          <a:lstStyle/>
          <a:p>
            <a:r>
              <a:rPr lang="ja-JP" altLang="en-US" sz="1500" dirty="0"/>
              <a:t>層1（動的LCI）：排出量ベクトル g を時間の関数 γₖ(t) に変換</a:t>
            </a:r>
          </a:p>
          <a:p>
            <a:r>
              <a:rPr lang="ja-JP" altLang="en-US" sz="1500" dirty="0"/>
              <a:t xml:space="preserve">  → 各排出フローを実際の発生時刻 tᵢ に正確に配置する</a:t>
            </a:r>
          </a:p>
          <a:p>
            <a:r>
              <a:rPr lang="ja-JP" altLang="en-US" sz="1500" dirty="0"/>
              <a:t>層2（動的LCIA）：固定係数 C（GWP100）を排出時刻依存の動的係数に置き換え</a:t>
            </a:r>
          </a:p>
          <a:p>
            <a:r>
              <a:rPr lang="ja-JP" altLang="en-US" sz="1500" dirty="0"/>
              <a:t xml:space="preserve">  → 排出時刻 tᵢ と評価期間 DO を入力として係数を動的に計算する</a:t>
            </a:r>
          </a:p>
          <a:p>
            <a:r>
              <a:rPr lang="ja-JP" altLang="en-US" sz="1500" dirty="0"/>
              <a:t>処理フロー：静的LCIデータ → DyPLCA（動的LCI）→ CCI-tool（動的LCIA）→ 時間プロファイル</a:t>
            </a:r>
          </a:p>
          <a:p>
            <a:r>
              <a:rPr lang="ja-JP" altLang="en-US" sz="1500" dirty="0"/>
              <a:t>参照論文：Tiruta-Barna et al. (2016), Shimako et al. (2018), Tiruta-Barna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dirty="0"/>
              <a:t>ステップ 3</a:t>
            </a:r>
          </a:p>
        </p:txBody>
      </p:sp>
      <p:sp>
        <p:nvSpPr>
          <p:cNvPr id="3" name="サブタイトル 2"/>
          <p:cNvSpPr txBox="1">
            <a:spLocks noGrp="1"/>
          </p:cNvSpPr>
          <p:nvPr>
            <p:ph type="subTitle" idx="4294967295"/>
          </p:nvPr>
        </p:nvSpPr>
        <p:spPr/>
        <p:txBody>
          <a:bodyPr/>
          <a:lstStyle/>
          <a:p>
            <a:r>
              <a:rPr lang="ja-JP" altLang="en-US" dirty="0"/>
              <a:t>層1：動的LCI——いつ排出されるか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プロセスモデル：生産関数と正規化生産特性関数</a:t>
            </a:r>
          </a:p>
        </p:txBody>
      </p:sp>
      <p:sp>
        <p:nvSpPr>
          <p:cNvPr id="3" name="コンテンツ プレースホルダー 2"/>
          <p:cNvSpPr txBox="1">
            <a:spLocks noGrp="1"/>
          </p:cNvSpPr>
          <p:nvPr>
            <p:ph idx="1"/>
          </p:nvPr>
        </p:nvSpPr>
        <p:spPr/>
        <p:txBody>
          <a:bodyPr>
            <a:normAutofit/>
          </a:bodyPr>
          <a:lstStyle/>
          <a:p>
            <a:r>
              <a:rPr lang="ja-JP" altLang="en-US" sz="1500" dirty="0"/>
              <a:t>各プロセスに時間依存型関数を定義（静的LCIの「代表値」を時間展開する）</a:t>
            </a:r>
          </a:p>
          <a:p>
            <a:r>
              <a:rPr lang="ja-JP" altLang="en-US" sz="1500" dirty="0"/>
              <a:t xml:space="preserve">  生産関数 p(t)：時刻 t における生産速度（kg/日・m³/年 等）</a:t>
            </a:r>
          </a:p>
          <a:p>
            <a:r>
              <a:rPr lang="ja-JP" altLang="en-US" sz="1500" dirty="0"/>
              <a:t xml:space="preserve">  環境介入関数 e(t)：時刻 t における汚染物質排出・資源消費速度</a:t>
            </a:r>
          </a:p>
          <a:p>
            <a:r>
              <a:rPr lang="ja-JP" altLang="en-US" sz="1500" dirty="0"/>
              <a:t>正規化生産特性関数：α(t) = p(t)/P　（∫α(t)dt = aᵢⱼ が成立）</a:t>
            </a:r>
          </a:p>
          <a:p>
            <a:r>
              <a:rPr lang="ja-JP" altLang="en-US" sz="1500" dirty="0"/>
              <a:t>→ 静的LCIの線形関係 b = E/P を動的LCIでも保持——動的化は「別物」ではない</a:t>
            </a:r>
          </a:p>
          <a:p>
            <a:r>
              <a:rPr lang="ja-JP" altLang="en-US" sz="1500" dirty="0"/>
              <a:t>時間パラメータ：代表稼働期間 T、製造所要時間 r、評価開始時刻 t₀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調達モデル：プロセス間の時間的連鎖と必須検証</a:t>
            </a:r>
          </a:p>
        </p:txBody>
      </p:sp>
      <p:sp>
        <p:nvSpPr>
          <p:cNvPr id="3" name="コンテンツ プレースホルダー 2"/>
          <p:cNvSpPr txBox="1">
            <a:spLocks noGrp="1"/>
          </p:cNvSpPr>
          <p:nvPr>
            <p:ph idx="1"/>
          </p:nvPr>
        </p:nvSpPr>
        <p:spPr/>
        <p:txBody>
          <a:bodyPr>
            <a:normAutofit/>
          </a:bodyPr>
          <a:lstStyle/>
          <a:p>
            <a:r>
              <a:rPr lang="ja-JP" altLang="en-US" sz="1500" dirty="0"/>
              <a:t>調達関数 φ₂₁(t)：プロセス間の原材料受け渡し時刻・量を記述</a:t>
            </a:r>
          </a:p>
          <a:p>
            <a:r>
              <a:rPr lang="ja-JP" altLang="en-US" sz="1500" dirty="0"/>
              <a:t>3類型：連続供給型（電力）／定期バッチ型（原材料）／一括調達型（設備）</a:t>
            </a:r>
          </a:p>
          <a:p>
            <a:r>
              <a:rPr lang="ja-JP" altLang="en-US" sz="1500" dirty="0"/>
              <a:t>追加パラメータ：調達遅延時間 δ（輸送・保管）、供給周期 τ</a:t>
            </a:r>
          </a:p>
          <a:p>
            <a:r>
              <a:rPr lang="ja-JP" altLang="en-US" sz="1500" dirty="0"/>
              <a:t>全プロセス統合の排出プロファイル：γₖ(t) = ΣᵢΣⱼ βₖᵢⱼ(t)</a:t>
            </a:r>
          </a:p>
          <a:p>
            <a:r>
              <a:rPr lang="ja-JP" altLang="en-US" sz="1500" dirty="0"/>
              <a:t>【必須検証】∫γₖ(t)dt ＝ gₖ（静的）——不一致は時間パラメータの誤りを示す</a:t>
            </a:r>
          </a:p>
          <a:p>
            <a:r>
              <a:rPr lang="ja-JP" altLang="en-US" sz="1500" dirty="0"/>
              <a:t>検証精度：解析解・数値解・静的行列解の差 &lt; 0.1%（Tiruta-Barna et al. 2016）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dirty="0"/>
              <a:t>ステップ 4　★ 理論的クライマックス</a:t>
            </a:r>
          </a:p>
        </p:txBody>
      </p:sp>
      <p:sp>
        <p:nvSpPr>
          <p:cNvPr id="3" name="サブタイトル 2"/>
          <p:cNvSpPr txBox="1">
            <a:spLocks noGrp="1"/>
          </p:cNvSpPr>
          <p:nvPr>
            <p:ph type="subTitle" idx="4294967295"/>
          </p:nvPr>
        </p:nvSpPr>
        <p:spPr/>
        <p:txBody>
          <a:bodyPr/>
          <a:lstStyle/>
          <a:p>
            <a:r>
              <a:rPr lang="ja-JP" altLang="en-US" dirty="0"/>
              <a:t>層2：動的LCIA——1パルスの排出の運命</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今出した1 kgのCO₂はこの後どうなるか——3段階の逐次プロセス</a:t>
            </a:r>
          </a:p>
        </p:txBody>
      </p:sp>
      <p:sp>
        <p:nvSpPr>
          <p:cNvPr id="3" name="コンテンツ プレースホルダー 2"/>
          <p:cNvSpPr txBox="1">
            <a:spLocks noGrp="1"/>
          </p:cNvSpPr>
          <p:nvPr>
            <p:ph idx="1"/>
          </p:nvPr>
        </p:nvSpPr>
        <p:spPr/>
        <p:txBody>
          <a:bodyPr>
            <a:normAutofit/>
          </a:bodyPr>
          <a:lstStyle/>
          <a:p>
            <a:r>
              <a:rPr lang="ja-JP" altLang="en-US" sz="1500" dirty="0"/>
              <a:t>気候影響は3段階の逐次プロセスを経る（各段階を IRF との畳み込みで表現）</a:t>
            </a:r>
          </a:p>
          <a:p>
            <a:r>
              <a:rPr lang="ja-JP" altLang="en-US" sz="1500" dirty="0"/>
              <a:t>① 大気残留：CO₂は複数の除去過程により指数関数的に吸収されるが一部は永続的に残る</a:t>
            </a:r>
          </a:p>
          <a:p>
            <a:r>
              <a:rPr lang="ja-JP" altLang="en-US" sz="1500" dirty="0"/>
              <a:t>② 放射強制：残留CO₂が赤外線を吸収・再放射し、エネルギー強制力 RF(t) を生む</a:t>
            </a:r>
          </a:p>
          <a:p>
            <a:r>
              <a:rPr lang="ja-JP" altLang="en-US" sz="1500" dirty="0"/>
              <a:t>③ 気温応答：RF が発生しても気温は瞬時に上がらない——海洋の熱慣性が「遅れ」をつくる</a:t>
            </a:r>
          </a:p>
          <a:p>
            <a:r>
              <a:rPr lang="ja-JP" altLang="en-US" sz="1500" dirty="0"/>
              <a:t>この3段階を経た計算の総体が、動的LCIAの本質的な構造である</a:t>
            </a:r>
          </a:p>
          <a:p>
            <a:r>
              <a:rPr lang="ja-JP" altLang="en-US" sz="1500" dirty="0"/>
              <a:t>ここから「畳み込み（convolution）」という演算が中心概念として登場する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CO₂のIRF——4成分が意味する4つの除去過程（Bernモデル）</a:t>
            </a:r>
          </a:p>
        </p:txBody>
      </p:sp>
      <p:sp>
        <p:nvSpPr>
          <p:cNvPr id="3" name="コンテンツ プレースホルダー 2"/>
          <p:cNvSpPr txBox="1">
            <a:spLocks noGrp="1"/>
          </p:cNvSpPr>
          <p:nvPr>
            <p:ph idx="1"/>
          </p:nvPr>
        </p:nvSpPr>
        <p:spPr/>
        <p:txBody>
          <a:bodyPr>
            <a:normAutofit/>
          </a:bodyPr>
          <a:lstStyle/>
          <a:p>
            <a:r>
              <a:rPr lang="ja-JP" altLang="en-US" sz="1500" dirty="0"/>
              <a:t>IRF_CO₂(t) = a₀ + a₁e^(-t/τ₁) + a₂e^(-t/τ₂) + a₃e^(-t/τ₃)</a:t>
            </a:r>
          </a:p>
          <a:p>
            <a:r>
              <a:rPr lang="ja-JP" altLang="en-US" sz="1500" dirty="0"/>
              <a:t>a₀ = 0.217：永続残存成分——炭酸塩平衡で永久に残り続ける（除去されない）</a:t>
            </a:r>
          </a:p>
          <a:p>
            <a:r>
              <a:rPr lang="ja-JP" altLang="en-US" sz="1500" dirty="0"/>
              <a:t>a₁ = 0.259、τ₁ = 172.9年：深層海洋吸収（数百年スケール）</a:t>
            </a:r>
          </a:p>
          <a:p>
            <a:r>
              <a:rPr lang="ja-JP" altLang="en-US" sz="1500" dirty="0"/>
              <a:t>a₂ = 0.338、τ₂ = 18.51年：海洋上層・中層吸収（数十年スケール）</a:t>
            </a:r>
          </a:p>
          <a:p>
            <a:r>
              <a:rPr lang="ja-JP" altLang="en-US" sz="1500" dirty="0"/>
              <a:t>a₃ = 0.186、τ₃ = 1.186年：生態系・土壌の短期吸収（最速成分）</a:t>
            </a:r>
          </a:p>
          <a:p>
            <a:r>
              <a:rPr lang="ja-JP" altLang="en-US" sz="1500" dirty="0"/>
              <a:t>→「1つの半減期で消える」単純モデルでは表現できない——多時定数系の重ね合わせ</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放射強制力と気温応答——畳み込みという演算</a:t>
            </a:r>
          </a:p>
        </p:txBody>
      </p:sp>
      <p:sp>
        <p:nvSpPr>
          <p:cNvPr id="3" name="コンテンツ プレースホルダー 2"/>
          <p:cNvSpPr txBox="1">
            <a:spLocks noGrp="1"/>
          </p:cNvSpPr>
          <p:nvPr>
            <p:ph idx="1"/>
          </p:nvPr>
        </p:nvSpPr>
        <p:spPr/>
        <p:txBody>
          <a:bodyPr>
            <a:normAutofit/>
          </a:bodyPr>
          <a:lstStyle/>
          <a:p>
            <a:r>
              <a:rPr lang="ja-JP" altLang="en-US" sz="1500" dirty="0"/>
              <a:t>放射強制力：RF_s(t) = Aₛ · (gₛ ⊛ IRF_s)(t)　（Aₛ：比放射強制力 W·m⁻²·kg⁻¹）</a:t>
            </a:r>
          </a:p>
          <a:p>
            <a:r>
              <a:rPr lang="ja-JP" altLang="en-US" sz="1500" dirty="0"/>
              <a:t>畳み込みの意味：過去の全排出量 × 現時刻での各排出量の残留率 を連続的に積算</a:t>
            </a:r>
          </a:p>
          <a:p>
            <a:r>
              <a:rPr lang="ja-JP" altLang="en-US" sz="1500" dirty="0"/>
              <a:t>温度応答関数（2成分モデル、IPCC AR6）：IRF_T(t) = (c₁/d₁)e^(-t/d₁) + (c₂/d₂)e^(-t/d₂)</a:t>
            </a:r>
          </a:p>
          <a:p>
            <a:r>
              <a:rPr lang="ja-JP" altLang="en-US" sz="1500" dirty="0"/>
              <a:t>速い成分（c₁=0.631、d₁=8.4年）：大気・陸面・海洋表層の急速な昇温</a:t>
            </a:r>
          </a:p>
          <a:p>
            <a:r>
              <a:rPr lang="ja-JP" altLang="en-US" sz="1500" dirty="0"/>
              <a:t>遅い成分（c₂=0.429、d₂=409.5年）：深層海洋のゆっくりした昇温（数百年スケール）</a:t>
            </a:r>
          </a:p>
          <a:p>
            <a:r>
              <a:rPr lang="ja-JP" altLang="en-US" sz="1500" dirty="0"/>
              <a:t>c₁+c₂ = 1.06 K·(W·m⁻²)⁻¹：平衡気候感度パラメータに相当</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 GWP100は動的LCIAの「特殊ケース」にすぎない</a:t>
            </a:r>
          </a:p>
        </p:txBody>
      </p:sp>
      <p:sp>
        <p:nvSpPr>
          <p:cNvPr id="3" name="コンテンツ プレースホルダー 2"/>
          <p:cNvSpPr txBox="1">
            <a:spLocks noGrp="1"/>
          </p:cNvSpPr>
          <p:nvPr>
            <p:ph idx="1"/>
          </p:nvPr>
        </p:nvSpPr>
        <p:spPr/>
        <p:txBody>
          <a:bodyPr>
            <a:normAutofit/>
          </a:bodyPr>
          <a:lstStyle/>
          <a:p>
            <a:r>
              <a:rPr lang="ja-JP" altLang="en-US" sz="1500" dirty="0"/>
              <a:t>GMTC：二重畳み込み　GMTC(t) = Σₛ [gₛ ⊛ IRF_s ⊛ IRF_T](t) · Aₛ</a:t>
            </a:r>
          </a:p>
          <a:p>
            <a:r>
              <a:rPr lang="ja-JP" altLang="en-US" sz="1500" dirty="0"/>
              <a:t>GWP100の正体：r(t)=IRF_CO₂(t)、DO=100年、排出時刻 tᵢ=0 とした積分の特殊ケース</a:t>
            </a:r>
          </a:p>
          <a:p>
            <a:r>
              <a:rPr lang="ja-JP" altLang="en-US" sz="1500" dirty="0"/>
              <a:t>動的LCIAはこれを2点で一般化：</a:t>
            </a:r>
          </a:p>
          <a:p>
            <a:r>
              <a:rPr lang="ja-JP" altLang="en-US" sz="1500" dirty="0"/>
              <a:t xml:space="preserve">  ① 実際の排出時刻 tᵢ を使用（動的LCIの出力をそのまま入力）</a:t>
            </a:r>
          </a:p>
          <a:p>
            <a:r>
              <a:rPr lang="ja-JP" altLang="en-US" sz="1500" dirty="0"/>
              <a:t xml:space="preserve">  ② 評価期間 DO を明示的・変更可能なパラメータとして扱う</a:t>
            </a:r>
          </a:p>
          <a:p>
            <a:r>
              <a:rPr lang="ja-JP" altLang="en-US" sz="1500" dirty="0"/>
              <a:t>言い換え：静的LCAは「全排出を今日・固定100年窓」の動的LCAである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dirty="0"/>
              <a:t>ステップ 5</a:t>
            </a:r>
          </a:p>
        </p:txBody>
      </p:sp>
      <p:sp>
        <p:nvSpPr>
          <p:cNvPr id="3" name="サブタイトル 2"/>
          <p:cNvSpPr txBox="1">
            <a:spLocks noGrp="1"/>
          </p:cNvSpPr>
          <p:nvPr>
            <p:ph type="subTitle" idx="4294967295"/>
          </p:nvPr>
        </p:nvSpPr>
        <p:spPr/>
        <p:txBody>
          <a:bodyPr/>
          <a:lstStyle/>
          <a:p>
            <a:r>
              <a:rPr lang="ja-JP" altLang="en-US" dirty="0"/>
              <a:t>SLCFの時間的集中性——動的LCAが最も効く領域</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短寿命気候変動強制因子（SLCF）——「時間的集中性」という特性</a:t>
            </a:r>
          </a:p>
        </p:txBody>
      </p:sp>
      <p:sp>
        <p:nvSpPr>
          <p:cNvPr id="3" name="コンテンツ プレースホルダー 2"/>
          <p:cNvSpPr txBox="1">
            <a:spLocks noGrp="1"/>
          </p:cNvSpPr>
          <p:nvPr>
            <p:ph idx="1"/>
          </p:nvPr>
        </p:nvSpPr>
        <p:spPr/>
        <p:txBody>
          <a:bodyPr>
            <a:normAutofit/>
          </a:bodyPr>
          <a:lstStyle/>
          <a:p>
            <a:r>
              <a:rPr lang="ja-JP" altLang="en-US" sz="1500" dirty="0"/>
              <a:t>SLCFとは：大気中滞留時間が「数日〜数十年」と短い物質群（CO₂は数百年〜永続）</a:t>
            </a:r>
          </a:p>
          <a:p>
            <a:r>
              <a:rPr lang="ja-JP" altLang="en-US" sz="1500" dirty="0"/>
              <a:t>主要物質：ブラックカーボン BC（約7日）、SO₂（約4日）、NOx（数か月）、CH₄（約12年）</a:t>
            </a:r>
          </a:p>
          <a:p>
            <a:r>
              <a:rPr lang="ja-JP" altLang="en-US" sz="1500" dirty="0"/>
              <a:t>IRFが急速に減衰 → 排出直後に強烈な放射強制、数年〜数十年で消滅</a:t>
            </a:r>
          </a:p>
          <a:p>
            <a:r>
              <a:rPr lang="ja-JP" altLang="en-US" sz="1500" dirty="0"/>
              <a:t>GWP100は「100年で積算・薄めて」しまい、短期の高強度インパクトが消えてしまう</a:t>
            </a:r>
          </a:p>
          <a:p>
            <a:r>
              <a:rPr lang="ja-JP" altLang="en-US" sz="1500" dirty="0"/>
              <a:t>動的LCAの畳み込み計算のみが、この時間プロファイルを正確に描写できる</a:t>
            </a:r>
          </a:p>
          <a:p>
            <a:r>
              <a:rPr lang="ja-JP" altLang="en-US" sz="1500" dirty="0"/>
              <a:t>注意：BCの不確実性±61〜70%、コントレイルは係数2〜3倍——大きな不確実性がある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木材燃焼1 kgが示す時間的非対称性</a:t>
            </a:r>
          </a:p>
        </p:txBody>
      </p:sp>
      <p:sp>
        <p:nvSpPr>
          <p:cNvPr id="3" name="コンテンツ プレースホルダー 2"/>
          <p:cNvSpPr txBox="1">
            <a:spLocks noGrp="1"/>
          </p:cNvSpPr>
          <p:nvPr>
            <p:ph idx="1"/>
          </p:nvPr>
        </p:nvSpPr>
        <p:spPr/>
        <p:txBody>
          <a:bodyPr>
            <a:normAutofit/>
          </a:bodyPr>
          <a:lstStyle/>
          <a:p>
            <a:r>
              <a:rPr lang="ja-JP" altLang="en-US" sz="1500" dirty="0"/>
              <a:t>ケーススタディ：乾燥木材1 kgの燃焼（CO₂＋BC＋NOx）の動的GMTC計算</a:t>
            </a:r>
          </a:p>
          <a:p>
            <a:r>
              <a:rPr lang="ja-JP" altLang="en-US" sz="1500" dirty="0"/>
              <a:t>0〜5年のGMTCピーク：BC と NOx が支配 → CO₂の寄与を大幅に上回る</a:t>
            </a:r>
          </a:p>
          <a:p>
            <a:r>
              <a:rPr lang="ja-JP" altLang="en-US" sz="1500" dirty="0"/>
              <a:t>100年時点のGMTC：ほぼゼロ（CO₂の永続残存成分のみが長期に影響）</a:t>
            </a:r>
          </a:p>
          <a:p>
            <a:r>
              <a:rPr lang="ja-JP" altLang="en-US" sz="1500" dirty="0"/>
              <a:t>静的指標の限界：GWP20=0.69、GWP100=0.18 → この時間的非対称性を全く捕捉できない</a:t>
            </a:r>
          </a:p>
          <a:p>
            <a:r>
              <a:rPr lang="ja-JP" altLang="en-US" sz="1500" dirty="0"/>
              <a:t>建物LCAの含意：廃材燃焼・施工機械の排気（NOx・BC）が重要な評価変数になる</a:t>
            </a:r>
          </a:p>
          <a:p>
            <a:r>
              <a:rPr lang="ja-JP" altLang="en-US" sz="1500" dirty="0"/>
              <a:t>気候-炭素循環フィードバック（CCF）：温暖化→土壌CO₂増→さらに温暖化 でGMTC+2〜8%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dirty="0"/>
              <a:t>ステップ 6</a:t>
            </a:r>
          </a:p>
        </p:txBody>
      </p:sp>
      <p:sp>
        <p:nvSpPr>
          <p:cNvPr id="3" name="サブタイトル 2"/>
          <p:cNvSpPr txBox="1">
            <a:spLocks noGrp="1"/>
          </p:cNvSpPr>
          <p:nvPr>
            <p:ph type="subTitle" idx="4294967295"/>
          </p:nvPr>
        </p:nvSpPr>
        <p:spPr/>
        <p:txBody>
          <a:bodyPr/>
          <a:lstStyle/>
          <a:p>
            <a:r>
              <a:rPr lang="ja-JP" altLang="en-US" dirty="0"/>
              <a:t>理論から制度へ——「厳密 ↔ 簡易」のスペクトル</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RE2020の実際の手法とLevasseur厳密DCFの比較</a:t>
            </a:r>
          </a:p>
        </p:txBody>
      </p:sp>
      <p:sp>
        <p:nvSpPr>
          <p:cNvPr id="3" name="コンテンツ プレースホルダー 2"/>
          <p:cNvSpPr txBox="1">
            <a:spLocks noGrp="1"/>
          </p:cNvSpPr>
          <p:nvPr>
            <p:ph idx="1"/>
          </p:nvPr>
        </p:nvSpPr>
        <p:spPr/>
        <p:txBody>
          <a:bodyPr>
            <a:normAutofit/>
          </a:bodyPr>
          <a:lstStyle/>
          <a:p>
            <a:r>
              <a:rPr lang="ja-JP" altLang="en-US" sz="1500" dirty="0"/>
              <a:t>厳密側（Levasseur 2010）：DCF(tᵢ, DO) = ∫[tᵢ→DO] aₓ·r(t-tᵢ)dt ÷ ∫[0→DO] aₓ·r(t)dt</a:t>
            </a:r>
          </a:p>
          <a:p>
            <a:r>
              <a:rPr lang="ja-JP" altLang="en-US" sz="1500" dirty="0"/>
              <a:t xml:space="preserve">  → DO が式に明示的に現れ、排出時刻・評価期間の両方を動的に反映</a:t>
            </a:r>
          </a:p>
          <a:p>
            <a:r>
              <a:rPr lang="ja-JP" altLang="en-US" sz="1500" dirty="0"/>
              <a:t>RE2020が実際に採用したもの：arrêté du 4 août 2021 第11条の「年次係数テーブル」</a:t>
            </a:r>
          </a:p>
          <a:p>
            <a:r>
              <a:rPr lang="ja-JP" altLang="en-US" sz="1500" dirty="0"/>
              <a:t xml:space="preserve">  → 排出年 0〜50（整数）ごとの係数値　（0年=1.000、50年=0.578）</a:t>
            </a:r>
          </a:p>
          <a:p>
            <a:r>
              <a:rPr lang="ja-JP" altLang="en-US" sz="1500" dirty="0"/>
              <a:t xml:space="preserve">  → 累積放射強制力ベースの非線形曲線（CIRAIG/Levasseur起源）——線形式ではない</a:t>
            </a:r>
          </a:p>
          <a:p>
            <a:r>
              <a:rPr lang="ja-JP" altLang="en-US" sz="1500" dirty="0"/>
              <a:t>「1−0.00842t」は係数テーブルへの線形回帰近似——RE2020の規定式ではない</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4段階の実装レベルとCLT数値比較が示す洞察</a:t>
            </a:r>
          </a:p>
        </p:txBody>
      </p:sp>
      <p:sp>
        <p:nvSpPr>
          <p:cNvPr id="3" name="コンテンツ プレースホルダー 2"/>
          <p:cNvSpPr txBox="1">
            <a:spLocks noGrp="1"/>
          </p:cNvSpPr>
          <p:nvPr>
            <p:ph idx="1"/>
          </p:nvPr>
        </p:nvSpPr>
        <p:spPr/>
        <p:txBody>
          <a:bodyPr>
            <a:normAutofit/>
          </a:bodyPr>
          <a:lstStyle/>
          <a:p>
            <a:r>
              <a:rPr lang="ja-JP" altLang="en-US" sz="1500" dirty="0"/>
              <a:t>Level 0（静的 GWP100）→ Level 1（動的LCI＋年次係数テーブル）→ Level 2（IRFベース厳密LCIA）→ Level 3（全SLCF＋CCF）</a:t>
            </a:r>
          </a:p>
          <a:p>
            <a:r>
              <a:rPr lang="ja-JP" altLang="en-US" sz="1500" dirty="0"/>
              <a:t>CLT 1 m³（炭素固定 −269 kgCO₂eq、50年後燃焼 +269 kgCO₂eq）の比較：</a:t>
            </a:r>
          </a:p>
          <a:p>
            <a:r>
              <a:rPr lang="ja-JP" altLang="en-US" sz="1500" dirty="0"/>
              <a:t xml:space="preserve">  静的GWP100：0 kgCO₂eq（時間差を無視して相殺）</a:t>
            </a:r>
          </a:p>
          <a:p>
            <a:r>
              <a:rPr lang="ja-JP" altLang="en-US" sz="1500" dirty="0"/>
              <a:t xml:space="preserve">  RE2020年次係数（DO=100年）：−113 kgCO₂eq</a:t>
            </a:r>
          </a:p>
          <a:p>
            <a:r>
              <a:rPr lang="ja-JP" altLang="en-US" sz="1500" dirty="0"/>
              <a:t xml:space="preserve">  Barna手法（DO=100年）：−114 kgCO₂eq　← RE2020とほぼ同等</a:t>
            </a:r>
          </a:p>
          <a:p>
            <a:r>
              <a:rPr lang="ja-JP" altLang="en-US" sz="1500" dirty="0"/>
              <a:t xml:space="preserve">  Barna手法（DO=50年）：−86 kgCO₂eq　← DO選択が最大の影響因子（32%差）</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noGrp="1"/>
          </p:cNvSpPr>
          <p:nvPr>
            <p:ph type="title"/>
          </p:nvPr>
        </p:nvSpPr>
        <p:spPr/>
        <p:txBody>
          <a:bodyPr/>
          <a:lstStyle/>
          <a:p>
            <a:r>
              <a:rPr lang="ja-JP" altLang="en-US" sz="1500" dirty="0"/>
              <a:t>まとめ——理論の核心と正直な4つの限界</a:t>
            </a:r>
          </a:p>
        </p:txBody>
      </p:sp>
      <p:sp>
        <p:nvSpPr>
          <p:cNvPr id="3" name="コンテンツ プレースホルダー 2"/>
          <p:cNvSpPr txBox="1">
            <a:spLocks noGrp="1"/>
          </p:cNvSpPr>
          <p:nvPr>
            <p:ph idx="1"/>
          </p:nvPr>
        </p:nvSpPr>
        <p:spPr/>
        <p:txBody>
          <a:bodyPr>
            <a:normAutofit/>
          </a:bodyPr>
          <a:lstStyle/>
          <a:p>
            <a:r>
              <a:rPr lang="ja-JP" altLang="en-US" sz="1500" dirty="0"/>
              <a:t>核心①：排出プロファイル γₖ(t)＋IRFとの二重畳み込み＝動的LCAの数学的本質</a:t>
            </a:r>
          </a:p>
          <a:p>
            <a:r>
              <a:rPr lang="ja-JP" altLang="en-US" sz="1500" dirty="0"/>
              <a:t>核心②：GWP100は二重畳み込みに「tᵢ=0・DO固定100年」という条件を課した特殊ケース</a:t>
            </a:r>
          </a:p>
          <a:p>
            <a:r>
              <a:rPr lang="ja-JP" altLang="en-US" sz="1500" dirty="0"/>
              <a:t>核心③：評価期間DOの選択と SLCFの統合 が、GHG計算精度より大きく結果を左右する</a:t>
            </a:r>
          </a:p>
          <a:p>
            <a:r>
              <a:rPr lang="ja-JP" altLang="en-US" sz="1500" dirty="0"/>
              <a:t>限界①：調達遅延 δ・供給周期 τ の推定誤差——実測困難で感度解析が不可欠</a:t>
            </a:r>
          </a:p>
          <a:p>
            <a:r>
              <a:rPr lang="ja-JP" altLang="en-US" sz="1500" dirty="0"/>
              <a:t>限界②：SLCFの放射強制力の不確実性が著しく大きい（BC：±61〜70%）</a:t>
            </a:r>
          </a:p>
          <a:p>
            <a:r>
              <a:rPr lang="ja-JP" altLang="en-US" sz="1500" dirty="0"/>
              <a:t>限界③：評価期間DOは科学的根拠のない政策的合意——DO選択の根拠と感度の公開が必須</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Office%20Theme</Template>
  <TotalTime>1221</TotalTime>
  <Words>154</Words>
  <Application>Microsoft Macintosh PowerPoint</Application>
  <PresentationFormat>ワイド画面</PresentationFormat>
  <Paragraphs>59</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Hiragino Kaku Gothic Std W3</vt:lpstr>
      <vt:lpstr>游ゴシック</vt:lpstr>
      <vt:lpstr>Arial</vt:lpstr>
      <vt:lpstr>Calibri</vt:lpstr>
      <vt:lpstr>Calibri Light</vt:lpstr>
      <vt:lpstr>Office テーマ</vt:lpstr>
      <vt:lpstr>PowerPoint プレゼンテーション</vt:lpstr>
      <vt:lpstr>Color Palette</vt:lpstr>
      <vt:lpstr>Shapes</vt:lpstr>
      <vt:lpstr>PowerPoint プレゼンテーション</vt:lpstr>
      <vt:lpstr>【調査実績サマリ】   ○○に関するSuMPO調査実績</vt:lpstr>
      <vt:lpstr>【調査結果サマリ】   サマリを1文章追記する</vt:lpstr>
      <vt:lpstr>【調査結果サマリ】   サマリを1文章追記する</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KAKKAR-21</dc:creator>
  <cp:lastModifiedBy>根岸 光司</cp:lastModifiedBy>
  <cp:revision>125</cp:revision>
  <cp:lastPrinted>2020-02-21T03:07:58Z</cp:lastPrinted>
  <dcterms:created xsi:type="dcterms:W3CDTF">2019-11-29T07:02:30Z</dcterms:created>
  <dcterms:modified xsi:type="dcterms:W3CDTF">2026-06-01T07:03:44Z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0x01010066933BD81F2A764CB761560FCEB60138</vt:lpwstr>
  </property>
</Properties>
</file>