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10"/>
  </p:notesMasterIdLst>
  <p:handoutMasterIdLst>
    <p:handoutMasterId r:id="rId11"/>
  </p:handoutMasterIdLst>
  <p:sldIdLst>
    <p:sldId id="256" r:id="rId8"/>
    <p:sldId id="257" r:id="rId9"/>
    <p:sldId id="258" r:id="rId7"/>
    <p:sldId id="259" r:id="rId6"/>
    <p:sldId id="260" r:id="rId5"/>
    <p:sldId id="261" r:id="rId4"/>
    <p:sldId id="262" r:id="rId3"/>
    <p:sldId id="263" r:id="rId2"/>
    <p:sldId id="264" r:id="rId16"/>
    <p:sldId id="265" r:id="rId17"/>
    <p:sldId id="266" r:id="rId18"/>
    <p:sldId id="267" r:id="rId19"/>
    <p:sldId id="268" r:id="rId20"/>
    <p:sldId id="269" r:id="rId21"/>
  </p:sldIdLst>
  <p:sldSz cx="10691813" cy="7559675"/>
  <p:notesSz cx="6858000" cy="9144000"/>
  <p:defaultTextStyle>
    <a:defPPr>
      <a:defRPr lang="ja-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BF5"/>
          </a:solidFill>
        </a:fill>
      </a:tcStyle>
    </a:wholeTbl>
    <a:band1H>
      <a:tcStyle>
        <a:tcBdr/>
        <a:fill>
          <a:solidFill>
            <a:srgbClr val="CFD5EA"/>
          </a:solidFill>
        </a:fill>
      </a:tcStyle>
    </a:band1H>
    <a:band2H>
      <a:tcStyle>
        <a:tcBdr/>
      </a:tcStyle>
    </a:band2H>
    <a:band1V>
      <a:tcStyle>
        <a:tcBdr/>
        <a:fill>
          <a:solidFill>
            <a:srgbClr val="CFD5EA"/>
          </a:solidFill>
        </a:fill>
      </a:tcStyle>
    </a:band1V>
    <a:band2V>
      <a:tcStyle>
        <a:tcBdr/>
      </a:tcStyle>
    </a:band2V>
    <a:lastCol>
      <a:tcTxStyle b="on">
        <a:font>
          <a:latin typeface="+mn-lt"/>
          <a:ea typeface="+mn-ea"/>
          <a:cs typeface="+mn-cs"/>
        </a:font>
        <a:srgbClr val="FFFFFF"/>
      </a:tcTxStyle>
      <a:tcStyle>
        <a:tcBdr/>
        <a:fill>
          <a:solidFill>
            <a:srgbClr val="4472C4"/>
          </a:solidFill>
        </a:fill>
      </a:tcStyle>
    </a:lastCol>
    <a:firstCol>
      <a:tcTxStyle b="on">
        <a:font>
          <a:latin typeface="+mn-lt"/>
          <a:ea typeface="+mn-ea"/>
          <a:cs typeface="+mn-cs"/>
        </a:font>
        <a:srgbClr val="FFFFFF"/>
      </a:tcTxStyle>
      <a:tcStyle>
        <a:tcBdr/>
        <a:fill>
          <a:solidFill>
            <a:srgbClr val="4472C4"/>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472C4"/>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472C4"/>
          </a:solidFill>
        </a:fill>
      </a:tcStyle>
    </a:firstRow>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5" d="100"/>
          <a:sy n="105" d="100"/>
        </p:scale>
        <p:origin x="12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2CB7F64A-8C42-F23D-D097-4B3EE8B24CED}"/>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游ゴシック"/>
              <a:ea typeface="游ゴシック" pitchFamily="34"/>
            </a:endParaRPr>
          </a:p>
        </p:txBody>
      </p:sp>
      <p:sp>
        <p:nvSpPr>
          <p:cNvPr id="3" name="フッター プレースホルダー 3">
            <a:extLst>
              <a:ext uri="{FF2B5EF4-FFF2-40B4-BE49-F238E27FC236}">
                <a16:creationId xmlns:a16="http://schemas.microsoft.com/office/drawing/2014/main" id="{2E6F7D04-8F56-CD64-BFCD-F14E41EEB8E2}"/>
              </a:ext>
            </a:extLst>
          </p:cNvPr>
          <p:cNvSpPr txBox="1">
            <a:spLocks noGrp="1"/>
          </p:cNvSpPr>
          <p:nvPr>
            <p:ph type="ftr" sz="quarter" idx="2"/>
          </p:nvPr>
        </p:nvSpPr>
        <p:spPr>
          <a:xfrm>
            <a:off x="0"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游ゴシック"/>
              <a:ea typeface="游ゴシック" pitchFamily="34"/>
            </a:endParaRPr>
          </a:p>
        </p:txBody>
      </p:sp>
      <p:sp>
        <p:nvSpPr>
          <p:cNvPr id="4" name="スライド番号プレースホルダー 4">
            <a:extLst>
              <a:ext uri="{FF2B5EF4-FFF2-40B4-BE49-F238E27FC236}">
                <a16:creationId xmlns:a16="http://schemas.microsoft.com/office/drawing/2014/main" id="{4B2C9048-3CFF-BB2E-975E-0870AE2D895E}"/>
              </a:ext>
            </a:extLst>
          </p:cNvPr>
          <p:cNvSpPr txBox="1">
            <a:spLocks noGrp="1"/>
          </p:cNvSpPr>
          <p:nvPr>
            <p:ph type="sldNum" sz="quarter" idx="3"/>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E11708C4-0D70-2A4C-BC1F-5D3A25B5927A}" type="slidenum">
              <a:t>‹#›</a:t>
            </a:fld>
            <a:endParaRPr lang="en-US" sz="1200" b="0" i="0" u="none" strike="noStrike" kern="1200" cap="none" spc="0" baseline="0">
              <a:solidFill>
                <a:srgbClr val="000000"/>
              </a:solidFill>
              <a:uFillTx/>
              <a:latin typeface="游ゴシック"/>
              <a:ea typeface="游ゴシック" pitchFamily="34"/>
            </a:endParaRPr>
          </a:p>
        </p:txBody>
      </p:sp>
    </p:spTree>
    <p:extLst>
      <p:ext uri="{BB962C8B-B14F-4D97-AF65-F5344CB8AC3E}">
        <p14:creationId xmlns:p14="http://schemas.microsoft.com/office/powerpoint/2010/main" val="25134250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6B3E2819-15E5-1A71-6EFE-808AC8B9F8FF}"/>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游ゴシック"/>
                <a:ea typeface="游ゴシック" pitchFamily="34"/>
              </a:defRPr>
            </a:lvl1pPr>
          </a:lstStyle>
          <a:p>
            <a:pPr lvl="0"/>
            <a:endParaRPr lang="en-US"/>
          </a:p>
        </p:txBody>
      </p:sp>
      <p:sp>
        <p:nvSpPr>
          <p:cNvPr id="3" name="日付プレースホルダー 2">
            <a:extLst>
              <a:ext uri="{FF2B5EF4-FFF2-40B4-BE49-F238E27FC236}">
                <a16:creationId xmlns:a16="http://schemas.microsoft.com/office/drawing/2014/main" id="{4D874EB0-160C-67CE-6359-880E7FCE0C48}"/>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游ゴシック"/>
                <a:ea typeface="游ゴシック" pitchFamily="34"/>
              </a:defRPr>
            </a:lvl1pPr>
          </a:lstStyle>
          <a:p>
            <a:pPr lvl="0"/>
            <a:fld id="{5BCBEECA-5209-B044-B147-1673C62B355A}" type="datetime1">
              <a:rPr lang="en-US"/>
              <a:pPr lvl="0"/>
              <a:t>2026/6/1</a:t>
            </a:fld>
            <a:endParaRPr lang="en-US"/>
          </a:p>
        </p:txBody>
      </p:sp>
      <p:sp>
        <p:nvSpPr>
          <p:cNvPr id="4" name="スライド イメージ プレースホルダー 3">
            <a:extLst>
              <a:ext uri="{FF2B5EF4-FFF2-40B4-BE49-F238E27FC236}">
                <a16:creationId xmlns:a16="http://schemas.microsoft.com/office/drawing/2014/main" id="{5EE16A9D-61E6-5284-5944-5A0EAF71AFFA}"/>
              </a:ext>
            </a:extLst>
          </p:cNvPr>
          <p:cNvSpPr>
            <a:spLocks noGrp="1" noRot="1" noChangeAspect="1"/>
          </p:cNvSpPr>
          <p:nvPr>
            <p:ph type="sldImg" idx="2"/>
          </p:nvPr>
        </p:nvSpPr>
        <p:spPr>
          <a:xfrm>
            <a:off x="1246190" y="1143000"/>
            <a:ext cx="4365629" cy="3086100"/>
          </a:xfrm>
          <a:prstGeom prst="rect">
            <a:avLst/>
          </a:prstGeom>
          <a:noFill/>
          <a:ln w="12701">
            <a:solidFill>
              <a:srgbClr val="000000"/>
            </a:solidFill>
            <a:prstDash val="solid"/>
          </a:ln>
        </p:spPr>
      </p:sp>
      <p:sp>
        <p:nvSpPr>
          <p:cNvPr id="5" name="ノート プレースホルダー 4">
            <a:extLst>
              <a:ext uri="{FF2B5EF4-FFF2-40B4-BE49-F238E27FC236}">
                <a16:creationId xmlns:a16="http://schemas.microsoft.com/office/drawing/2014/main" id="{0EABD5A5-3198-52EC-CF38-0FFCB24BC5EB}"/>
              </a:ext>
            </a:extLst>
          </p:cNvPr>
          <p:cNvSpPr txBox="1">
            <a:spLocks noGrp="1"/>
          </p:cNvSpPr>
          <p:nvPr>
            <p:ph type="body" sz="quarter" idx="3"/>
          </p:nvPr>
        </p:nvSpPr>
        <p:spPr>
          <a:xfrm>
            <a:off x="685800" y="4400550"/>
            <a:ext cx="5486400" cy="3600450"/>
          </a:xfrm>
          <a:prstGeom prst="rect">
            <a:avLst/>
          </a:prstGeom>
          <a:noFill/>
          <a:ln>
            <a:noFill/>
          </a:ln>
        </p:spPr>
        <p:txBody>
          <a:bodyPr vert="horz" wrap="square" lIns="91440" tIns="45720" rIns="91440" bIns="45720" anchor="t" anchorCtr="0" compatLnSpc="1">
            <a:noAutofit/>
          </a:bodyPr>
          <a:lstStyle/>
          <a:p>
            <a:pPr lvl="0"/>
            <a:r>
              <a:rPr lang="ja-JP"/>
              <a:t>マスター テキストの書式設定</a:t>
            </a:r>
          </a:p>
          <a:p>
            <a:pPr lvl="1"/>
            <a:r>
              <a:rPr lang="ja-JP"/>
              <a:t>第</a:t>
            </a:r>
            <a:r>
              <a:rPr lang="en-US"/>
              <a:t> 2 </a:t>
            </a:r>
            <a:r>
              <a:rPr lang="ja-JP"/>
              <a:t>レベル</a:t>
            </a:r>
          </a:p>
          <a:p>
            <a:pPr lvl="2"/>
            <a:r>
              <a:rPr lang="ja-JP"/>
              <a:t>第</a:t>
            </a:r>
            <a:r>
              <a:rPr lang="en-US"/>
              <a:t> 3 </a:t>
            </a:r>
            <a:r>
              <a:rPr lang="ja-JP"/>
              <a:t>レベル</a:t>
            </a:r>
          </a:p>
          <a:p>
            <a:pPr lvl="3"/>
            <a:r>
              <a:rPr lang="ja-JP"/>
              <a:t>第</a:t>
            </a:r>
            <a:r>
              <a:rPr lang="en-US"/>
              <a:t> 4 </a:t>
            </a:r>
            <a:r>
              <a:rPr lang="ja-JP"/>
              <a:t>レベル</a:t>
            </a:r>
          </a:p>
          <a:p>
            <a:pPr lvl="4"/>
            <a:r>
              <a:rPr lang="ja-JP"/>
              <a:t>第</a:t>
            </a:r>
            <a:r>
              <a:rPr lang="en-US"/>
              <a:t> 5 </a:t>
            </a:r>
            <a:r>
              <a:rPr lang="ja-JP"/>
              <a:t>レベル</a:t>
            </a:r>
          </a:p>
        </p:txBody>
      </p:sp>
      <p:sp>
        <p:nvSpPr>
          <p:cNvPr id="6" name="フッター プレースホルダー 5">
            <a:extLst>
              <a:ext uri="{FF2B5EF4-FFF2-40B4-BE49-F238E27FC236}">
                <a16:creationId xmlns:a16="http://schemas.microsoft.com/office/drawing/2014/main" id="{03EB6756-D48B-4F59-A3B8-7AAE24A8BC4A}"/>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游ゴシック"/>
                <a:ea typeface="游ゴシック" pitchFamily="34"/>
              </a:defRPr>
            </a:lvl1pPr>
          </a:lstStyle>
          <a:p>
            <a:pPr lvl="0"/>
            <a:endParaRPr lang="en-US"/>
          </a:p>
        </p:txBody>
      </p:sp>
      <p:sp>
        <p:nvSpPr>
          <p:cNvPr id="7" name="スライド番号プレースホルダー 6">
            <a:extLst>
              <a:ext uri="{FF2B5EF4-FFF2-40B4-BE49-F238E27FC236}">
                <a16:creationId xmlns:a16="http://schemas.microsoft.com/office/drawing/2014/main" id="{353A7EC3-3B22-E725-ED7C-5CE28A6FEED0}"/>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游ゴシック"/>
                <a:ea typeface="游ゴシック" pitchFamily="34"/>
              </a:defRPr>
            </a:lvl1pPr>
          </a:lstStyle>
          <a:p>
            <a:pPr lvl="0"/>
            <a:fld id="{B49AF10F-6C39-B848-B527-783F26C3383B}" type="slidenum">
              <a:t>‹#›</a:t>
            </a:fld>
            <a:endParaRPr lang="en-US"/>
          </a:p>
        </p:txBody>
      </p:sp>
    </p:spTree>
    <p:extLst>
      <p:ext uri="{BB962C8B-B14F-4D97-AF65-F5344CB8AC3E}">
        <p14:creationId xmlns:p14="http://schemas.microsoft.com/office/powerpoint/2010/main" val="2088798737"/>
      </p:ext>
    </p:extLst>
  </p:cSld>
  <p:clrMap bg1="lt1" tx1="dk1" bg2="lt2" tx2="dk2" accent1="accent1" accent2="accent2" accent3="accent3" accent4="accent4" accent5="accent5" accent6="accent6" hlink="hlink" folHlink="folHlink"/>
  <p:notesStyle>
    <a:lvl1pPr marL="0" marR="0" lvl="0" indent="0" algn="l" defTabSz="995507" rtl="0" fontAlgn="auto" hangingPunct="1">
      <a:lnSpc>
        <a:spcPct val="100000"/>
      </a:lnSpc>
      <a:spcBef>
        <a:spcPts val="0"/>
      </a:spcBef>
      <a:spcAft>
        <a:spcPts val="0"/>
      </a:spcAft>
      <a:buNone/>
      <a:tabLst/>
      <a:defRPr lang="ja-JP" sz="1306" b="0" i="0" u="none" strike="noStrike" kern="1200" cap="none" spc="0" baseline="0">
        <a:solidFill>
          <a:srgbClr val="000000"/>
        </a:solidFill>
        <a:uFillTx/>
        <a:latin typeface="游ゴシック"/>
        <a:ea typeface="游ゴシック" pitchFamily="34"/>
      </a:defRPr>
    </a:lvl1pPr>
    <a:lvl2pPr marL="497753" marR="0" lvl="1" indent="0" algn="l" defTabSz="995507" rtl="0" fontAlgn="auto" hangingPunct="1">
      <a:lnSpc>
        <a:spcPct val="100000"/>
      </a:lnSpc>
      <a:spcBef>
        <a:spcPts val="0"/>
      </a:spcBef>
      <a:spcAft>
        <a:spcPts val="0"/>
      </a:spcAft>
      <a:buNone/>
      <a:tabLst/>
      <a:defRPr lang="ja-JP" sz="1306" b="0" i="0" u="none" strike="noStrike" kern="1200" cap="none" spc="0" baseline="0">
        <a:solidFill>
          <a:srgbClr val="000000"/>
        </a:solidFill>
        <a:uFillTx/>
        <a:latin typeface="游ゴシック"/>
        <a:ea typeface="游ゴシック" pitchFamily="34"/>
      </a:defRPr>
    </a:lvl2pPr>
    <a:lvl3pPr marL="995507" marR="0" lvl="2" indent="0" algn="l" defTabSz="995507" rtl="0" fontAlgn="auto" hangingPunct="1">
      <a:lnSpc>
        <a:spcPct val="100000"/>
      </a:lnSpc>
      <a:spcBef>
        <a:spcPts val="0"/>
      </a:spcBef>
      <a:spcAft>
        <a:spcPts val="0"/>
      </a:spcAft>
      <a:buNone/>
      <a:tabLst/>
      <a:defRPr lang="ja-JP" sz="1306" b="0" i="0" u="none" strike="noStrike" kern="1200" cap="none" spc="0" baseline="0">
        <a:solidFill>
          <a:srgbClr val="000000"/>
        </a:solidFill>
        <a:uFillTx/>
        <a:latin typeface="游ゴシック"/>
        <a:ea typeface="游ゴシック" pitchFamily="34"/>
      </a:defRPr>
    </a:lvl3pPr>
    <a:lvl4pPr marL="1493260" marR="0" lvl="3" indent="0" algn="l" defTabSz="995507" rtl="0" fontAlgn="auto" hangingPunct="1">
      <a:lnSpc>
        <a:spcPct val="100000"/>
      </a:lnSpc>
      <a:spcBef>
        <a:spcPts val="0"/>
      </a:spcBef>
      <a:spcAft>
        <a:spcPts val="0"/>
      </a:spcAft>
      <a:buNone/>
      <a:tabLst/>
      <a:defRPr lang="ja-JP" sz="1306" b="0" i="0" u="none" strike="noStrike" kern="1200" cap="none" spc="0" baseline="0">
        <a:solidFill>
          <a:srgbClr val="000000"/>
        </a:solidFill>
        <a:uFillTx/>
        <a:latin typeface="游ゴシック"/>
        <a:ea typeface="游ゴシック" pitchFamily="34"/>
      </a:defRPr>
    </a:lvl4pPr>
    <a:lvl5pPr marL="1991014" marR="0" lvl="4" indent="0" algn="l" defTabSz="995507" rtl="0" fontAlgn="auto" hangingPunct="1">
      <a:lnSpc>
        <a:spcPct val="100000"/>
      </a:lnSpc>
      <a:spcBef>
        <a:spcPts val="0"/>
      </a:spcBef>
      <a:spcAft>
        <a:spcPts val="0"/>
      </a:spcAft>
      <a:buNone/>
      <a:tabLst/>
      <a:defRPr lang="ja-JP" sz="1306" b="0" i="0" u="none" strike="noStrike" kern="1200" cap="none" spc="0" baseline="0">
        <a:solidFill>
          <a:srgbClr val="000000"/>
        </a:solidFill>
        <a:uFillTx/>
        <a:latin typeface="游ゴシック"/>
        <a:ea typeface="游ゴシック" pitchFamily="34"/>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タイトル スライド">
    <p:spTree>
      <p:nvGrpSpPr>
        <p:cNvPr id="1" name=""/>
        <p:cNvGrpSpPr/>
        <p:nvPr/>
      </p:nvGrpSpPr>
      <p:grpSpPr>
        <a:xfrm>
          <a:off x="0" y="0"/>
          <a:ext cx="0" cy="0"/>
          <a:chOff x="0" y="0"/>
          <a:chExt cx="0" cy="0"/>
        </a:xfrm>
      </p:grpSpPr>
      <p:pic>
        <p:nvPicPr>
          <p:cNvPr id="2" name="図 5">
            <a:extLst>
              <a:ext uri="{FF2B5EF4-FFF2-40B4-BE49-F238E27FC236}">
                <a16:creationId xmlns:a16="http://schemas.microsoft.com/office/drawing/2014/main" id="{00DFD775-92BB-E6B5-0624-3AE0E5FA9043}"/>
              </a:ext>
            </a:extLst>
          </p:cNvPr>
          <p:cNvPicPr>
            <a:picLocks noChangeAspect="1"/>
          </p:cNvPicPr>
          <p:nvPr/>
        </p:nvPicPr>
        <p:blipFill>
          <a:blip r:embed="rId2"/>
          <a:stretch>
            <a:fillRect/>
          </a:stretch>
        </p:blipFill>
        <p:spPr>
          <a:xfrm>
            <a:off x="18288" y="0"/>
            <a:ext cx="10679012" cy="7554379"/>
          </a:xfrm>
          <a:prstGeom prst="rect">
            <a:avLst/>
          </a:prstGeom>
          <a:noFill/>
          <a:ln cap="flat">
            <a:noFill/>
          </a:ln>
        </p:spPr>
      </p:pic>
      <p:sp>
        <p:nvSpPr>
          <p:cNvPr id="3" name="Title 1">
            <a:extLst>
              <a:ext uri="{FF2B5EF4-FFF2-40B4-BE49-F238E27FC236}">
                <a16:creationId xmlns:a16="http://schemas.microsoft.com/office/drawing/2014/main" id="{E2E5D412-069E-3478-FA61-023D85CE8DF1}"/>
              </a:ext>
            </a:extLst>
          </p:cNvPr>
          <p:cNvSpPr txBox="1">
            <a:spLocks noGrp="1"/>
          </p:cNvSpPr>
          <p:nvPr>
            <p:ph type="ctrTitle"/>
          </p:nvPr>
        </p:nvSpPr>
        <p:spPr>
          <a:xfrm>
            <a:off x="801883" y="3132670"/>
            <a:ext cx="9088038" cy="567266"/>
          </a:xfrm>
        </p:spPr>
        <p:txBody>
          <a:bodyPr anchor="b" anchorCtr="1"/>
          <a:lstStyle>
            <a:lvl1pPr algn="ctr">
              <a:defRPr sz="3200" b="1">
                <a:latin typeface="游ゴシック" pitchFamily="50"/>
                <a:ea typeface="游ゴシック" pitchFamily="50"/>
              </a:defRPr>
            </a:lvl1pPr>
          </a:lstStyle>
          <a:p>
            <a:pPr lvl="0"/>
            <a:r>
              <a:rPr lang="ja-JP"/>
              <a:t>タイトルが入ります</a:t>
            </a:r>
            <a:endParaRPr lang="en-US"/>
          </a:p>
        </p:txBody>
      </p:sp>
      <p:sp>
        <p:nvSpPr>
          <p:cNvPr id="4" name="Subtitle 2">
            <a:extLst>
              <a:ext uri="{FF2B5EF4-FFF2-40B4-BE49-F238E27FC236}">
                <a16:creationId xmlns:a16="http://schemas.microsoft.com/office/drawing/2014/main" id="{D7D8396E-022C-EAEC-A749-2D67E3CD92FF}"/>
              </a:ext>
            </a:extLst>
          </p:cNvPr>
          <p:cNvSpPr txBox="1">
            <a:spLocks noGrp="1"/>
          </p:cNvSpPr>
          <p:nvPr>
            <p:ph type="subTitle" idx="1"/>
          </p:nvPr>
        </p:nvSpPr>
        <p:spPr>
          <a:xfrm>
            <a:off x="1336477" y="3970580"/>
            <a:ext cx="8018858" cy="402482"/>
          </a:xfrm>
        </p:spPr>
        <p:txBody>
          <a:bodyPr anchorCtr="1"/>
          <a:lstStyle>
            <a:lvl1pPr marL="0" indent="0" algn="ctr">
              <a:buNone/>
              <a:defRPr lang="en-US" sz="2400"/>
            </a:lvl1pPr>
          </a:lstStyle>
          <a:p>
            <a:pPr lvl="0"/>
            <a:r>
              <a:rPr lang="en-US"/>
              <a:t>2026.00.00</a:t>
            </a:r>
          </a:p>
        </p:txBody>
      </p:sp>
      <p:sp>
        <p:nvSpPr>
          <p:cNvPr id="5" name="正方形/長方形 8">
            <a:extLst>
              <a:ext uri="{FF2B5EF4-FFF2-40B4-BE49-F238E27FC236}">
                <a16:creationId xmlns:a16="http://schemas.microsoft.com/office/drawing/2014/main" id="{E234C807-F569-8D78-AD27-C10A8C7872D9}"/>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6" name="直線コネクタ 9">
            <a:extLst>
              <a:ext uri="{FF2B5EF4-FFF2-40B4-BE49-F238E27FC236}">
                <a16:creationId xmlns:a16="http://schemas.microsoft.com/office/drawing/2014/main" id="{4F4B76E2-360E-DDF7-FE4D-2D6047E9B643}"/>
              </a:ext>
            </a:extLst>
          </p:cNvPr>
          <p:cNvCxnSpPr/>
          <p:nvPr/>
        </p:nvCxnSpPr>
        <p:spPr>
          <a:xfrm>
            <a:off x="-18470" y="7166518"/>
            <a:ext cx="10691996" cy="0"/>
          </a:xfrm>
          <a:prstGeom prst="straightConnector1">
            <a:avLst/>
          </a:prstGeom>
          <a:noFill/>
          <a:ln w="7616" cap="flat">
            <a:solidFill>
              <a:srgbClr val="004198"/>
            </a:solidFill>
            <a:prstDash val="solid"/>
            <a:miter/>
          </a:ln>
        </p:spPr>
      </p:cxnSp>
      <p:sp>
        <p:nvSpPr>
          <p:cNvPr id="7" name="Subtitle 2">
            <a:extLst>
              <a:ext uri="{FF2B5EF4-FFF2-40B4-BE49-F238E27FC236}">
                <a16:creationId xmlns:a16="http://schemas.microsoft.com/office/drawing/2014/main" id="{EF689ACB-A9D4-1D04-838C-CC2834123A79}"/>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pic>
        <p:nvPicPr>
          <p:cNvPr id="8" name="図 14">
            <a:extLst>
              <a:ext uri="{FF2B5EF4-FFF2-40B4-BE49-F238E27FC236}">
                <a16:creationId xmlns:a16="http://schemas.microsoft.com/office/drawing/2014/main" id="{9AA4B207-D3AE-090E-9747-03CEE615A018}"/>
              </a:ext>
            </a:extLst>
          </p:cNvPr>
          <p:cNvPicPr>
            <a:picLocks noChangeAspect="1"/>
          </p:cNvPicPr>
          <p:nvPr/>
        </p:nvPicPr>
        <p:blipFill>
          <a:blip r:embed="rId3"/>
          <a:stretch>
            <a:fillRect/>
          </a:stretch>
        </p:blipFill>
        <p:spPr>
          <a:xfrm>
            <a:off x="7462336" y="99468"/>
            <a:ext cx="2908304" cy="177795"/>
          </a:xfrm>
          <a:prstGeom prst="rect">
            <a:avLst/>
          </a:prstGeom>
          <a:noFill/>
          <a:ln cap="flat">
            <a:noFill/>
          </a:ln>
        </p:spPr>
      </p:pic>
      <p:sp>
        <p:nvSpPr>
          <p:cNvPr id="9" name="正方形/長方形 15">
            <a:extLst>
              <a:ext uri="{FF2B5EF4-FFF2-40B4-BE49-F238E27FC236}">
                <a16:creationId xmlns:a16="http://schemas.microsoft.com/office/drawing/2014/main" id="{9E15BC65-8EB9-9393-F4FC-8178E9F58EA7}"/>
              </a:ext>
            </a:extLst>
          </p:cNvPr>
          <p:cNvSpPr/>
          <p:nvPr/>
        </p:nvSpPr>
        <p:spPr>
          <a:xfrm>
            <a:off x="3885404" y="3780001"/>
            <a:ext cx="719998" cy="35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10" name="正方形/長方形 16">
            <a:extLst>
              <a:ext uri="{FF2B5EF4-FFF2-40B4-BE49-F238E27FC236}">
                <a16:creationId xmlns:a16="http://schemas.microsoft.com/office/drawing/2014/main" id="{A9FF4FC7-202A-E8F7-6D0B-FFFB317FE180}"/>
              </a:ext>
            </a:extLst>
          </p:cNvPr>
          <p:cNvSpPr/>
          <p:nvPr/>
        </p:nvSpPr>
        <p:spPr>
          <a:xfrm>
            <a:off x="4605403" y="3780001"/>
            <a:ext cx="719998" cy="35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11" name="正方形/長方形 17">
            <a:extLst>
              <a:ext uri="{FF2B5EF4-FFF2-40B4-BE49-F238E27FC236}">
                <a16:creationId xmlns:a16="http://schemas.microsoft.com/office/drawing/2014/main" id="{957F8504-4F93-19E9-3EB5-4955FF3B6C95}"/>
              </a:ext>
            </a:extLst>
          </p:cNvPr>
          <p:cNvSpPr/>
          <p:nvPr/>
        </p:nvSpPr>
        <p:spPr>
          <a:xfrm>
            <a:off x="5325401" y="3780001"/>
            <a:ext cx="719998" cy="35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12" name="正方形/長方形 18">
            <a:extLst>
              <a:ext uri="{FF2B5EF4-FFF2-40B4-BE49-F238E27FC236}">
                <a16:creationId xmlns:a16="http://schemas.microsoft.com/office/drawing/2014/main" id="{1BF164A5-5F14-9707-AF41-3077187EC645}"/>
              </a:ext>
            </a:extLst>
          </p:cNvPr>
          <p:cNvSpPr/>
          <p:nvPr/>
        </p:nvSpPr>
        <p:spPr>
          <a:xfrm>
            <a:off x="6045409" y="3780001"/>
            <a:ext cx="719998" cy="35999"/>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pic>
        <p:nvPicPr>
          <p:cNvPr id="13" name="図 4">
            <a:extLst>
              <a:ext uri="{FF2B5EF4-FFF2-40B4-BE49-F238E27FC236}">
                <a16:creationId xmlns:a16="http://schemas.microsoft.com/office/drawing/2014/main" id="{3ACDDA9B-3767-2073-AB98-31F31C173A7E}"/>
              </a:ext>
            </a:extLst>
          </p:cNvPr>
          <p:cNvPicPr>
            <a:picLocks noChangeAspect="1"/>
          </p:cNvPicPr>
          <p:nvPr/>
        </p:nvPicPr>
        <p:blipFill>
          <a:blip r:embed="rId4"/>
          <a:stretch>
            <a:fillRect/>
          </a:stretch>
        </p:blipFill>
        <p:spPr>
          <a:xfrm>
            <a:off x="2823639" y="5481123"/>
            <a:ext cx="5514536" cy="1117552"/>
          </a:xfrm>
          <a:prstGeom prst="rect">
            <a:avLst/>
          </a:prstGeom>
          <a:noFill/>
          <a:ln cap="flat">
            <a:noFill/>
          </a:ln>
        </p:spPr>
      </p:pic>
      <p:pic>
        <p:nvPicPr>
          <p:cNvPr id="14" name="図 20">
            <a:extLst>
              <a:ext uri="{FF2B5EF4-FFF2-40B4-BE49-F238E27FC236}">
                <a16:creationId xmlns:a16="http://schemas.microsoft.com/office/drawing/2014/main" id="{94BF1B61-FD64-B485-CE6A-D7053DF6D670}"/>
              </a:ext>
            </a:extLst>
          </p:cNvPr>
          <p:cNvPicPr>
            <a:picLocks noChangeAspect="1"/>
          </p:cNvPicPr>
          <p:nvPr/>
        </p:nvPicPr>
        <p:blipFill>
          <a:blip r:embed="rId5"/>
          <a:stretch>
            <a:fillRect/>
          </a:stretch>
        </p:blipFill>
        <p:spPr>
          <a:xfrm>
            <a:off x="2052837" y="5687055"/>
            <a:ext cx="699845" cy="810643"/>
          </a:xfrm>
          <a:prstGeom prst="rect">
            <a:avLst/>
          </a:prstGeom>
          <a:noFill/>
          <a:ln cap="flat">
            <a:noFill/>
          </a:ln>
        </p:spPr>
      </p:pic>
      <p:pic>
        <p:nvPicPr>
          <p:cNvPr id="15" name="図 21">
            <a:extLst>
              <a:ext uri="{FF2B5EF4-FFF2-40B4-BE49-F238E27FC236}">
                <a16:creationId xmlns:a16="http://schemas.microsoft.com/office/drawing/2014/main" id="{F2F7E7B9-B82D-7573-7861-B43BDB1ADF8A}"/>
              </a:ext>
            </a:extLst>
          </p:cNvPr>
          <p:cNvPicPr>
            <a:picLocks noChangeAspect="1"/>
          </p:cNvPicPr>
          <p:nvPr/>
        </p:nvPicPr>
        <p:blipFill>
          <a:blip r:embed="rId6"/>
          <a:stretch>
            <a:fillRect/>
          </a:stretch>
        </p:blipFill>
        <p:spPr>
          <a:xfrm>
            <a:off x="3548969" y="6271394"/>
            <a:ext cx="3938137" cy="244336"/>
          </a:xfrm>
          <a:prstGeom prst="rect">
            <a:avLst/>
          </a:prstGeom>
          <a:noFill/>
          <a:ln cap="flat">
            <a:noFill/>
          </a:ln>
        </p:spPr>
      </p:pic>
    </p:spTree>
    <p:extLst>
      <p:ext uri="{BB962C8B-B14F-4D97-AF65-F5344CB8AC3E}">
        <p14:creationId xmlns:p14="http://schemas.microsoft.com/office/powerpoint/2010/main" val="143892608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見出し　水色">
    <p:spTree>
      <p:nvGrpSpPr>
        <p:cNvPr id="1" name=""/>
        <p:cNvGrpSpPr/>
        <p:nvPr/>
      </p:nvGrpSpPr>
      <p:grpSpPr>
        <a:xfrm>
          <a:off x="0" y="0"/>
          <a:ext cx="0" cy="0"/>
          <a:chOff x="0" y="0"/>
          <a:chExt cx="0" cy="0"/>
        </a:xfrm>
      </p:grpSpPr>
      <p:sp>
        <p:nvSpPr>
          <p:cNvPr id="2" name="正方形/長方形 11">
            <a:extLst>
              <a:ext uri="{FF2B5EF4-FFF2-40B4-BE49-F238E27FC236}">
                <a16:creationId xmlns:a16="http://schemas.microsoft.com/office/drawing/2014/main" id="{5C055667-FF3F-A6D2-BC77-F96F2CDAC7A8}"/>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3" name="正方形/長方形 1">
            <a:extLst>
              <a:ext uri="{FF2B5EF4-FFF2-40B4-BE49-F238E27FC236}">
                <a16:creationId xmlns:a16="http://schemas.microsoft.com/office/drawing/2014/main" id="{1CE64156-C7D9-C1F4-23D2-EB54DD509E8A}"/>
              </a:ext>
            </a:extLst>
          </p:cNvPr>
          <p:cNvSpPr/>
          <p:nvPr/>
        </p:nvSpPr>
        <p:spPr>
          <a:xfrm>
            <a:off x="666003" y="3600001"/>
            <a:ext cx="719998" cy="35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4" name="正方形/長方形 5">
            <a:extLst>
              <a:ext uri="{FF2B5EF4-FFF2-40B4-BE49-F238E27FC236}">
                <a16:creationId xmlns:a16="http://schemas.microsoft.com/office/drawing/2014/main" id="{595A7E94-BB0C-E096-4FAF-69783B99C3E3}"/>
              </a:ext>
            </a:extLst>
          </p:cNvPr>
          <p:cNvSpPr/>
          <p:nvPr/>
        </p:nvSpPr>
        <p:spPr>
          <a:xfrm>
            <a:off x="1386001" y="3600001"/>
            <a:ext cx="719998" cy="35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5" name="正方形/長方形 9">
            <a:extLst>
              <a:ext uri="{FF2B5EF4-FFF2-40B4-BE49-F238E27FC236}">
                <a16:creationId xmlns:a16="http://schemas.microsoft.com/office/drawing/2014/main" id="{9EBFF0C2-6EBE-33F0-9B20-890B97C55AC8}"/>
              </a:ext>
            </a:extLst>
          </p:cNvPr>
          <p:cNvSpPr/>
          <p:nvPr/>
        </p:nvSpPr>
        <p:spPr>
          <a:xfrm>
            <a:off x="2106000" y="3600001"/>
            <a:ext cx="7200003" cy="35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10">
            <a:extLst>
              <a:ext uri="{FF2B5EF4-FFF2-40B4-BE49-F238E27FC236}">
                <a16:creationId xmlns:a16="http://schemas.microsoft.com/office/drawing/2014/main" id="{84BE7162-FE6E-5B4B-2678-4DBB54DDE78D}"/>
              </a:ext>
            </a:extLst>
          </p:cNvPr>
          <p:cNvSpPr/>
          <p:nvPr/>
        </p:nvSpPr>
        <p:spPr>
          <a:xfrm>
            <a:off x="9305812" y="3600001"/>
            <a:ext cx="719998" cy="35999"/>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7" name="直線コネクタ 22">
            <a:extLst>
              <a:ext uri="{FF2B5EF4-FFF2-40B4-BE49-F238E27FC236}">
                <a16:creationId xmlns:a16="http://schemas.microsoft.com/office/drawing/2014/main" id="{2853C88F-AC5A-A21C-4AE8-A2348C622629}"/>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8" name="Title 1">
            <a:extLst>
              <a:ext uri="{FF2B5EF4-FFF2-40B4-BE49-F238E27FC236}">
                <a16:creationId xmlns:a16="http://schemas.microsoft.com/office/drawing/2014/main" id="{FFEDBDF8-C21B-8651-834C-E661C7D90559}"/>
              </a:ext>
            </a:extLst>
          </p:cNvPr>
          <p:cNvSpPr txBox="1">
            <a:spLocks noGrp="1"/>
          </p:cNvSpPr>
          <p:nvPr>
            <p:ph type="title"/>
          </p:nvPr>
        </p:nvSpPr>
        <p:spPr>
          <a:xfrm>
            <a:off x="801883" y="3013798"/>
            <a:ext cx="9088038" cy="567266"/>
          </a:xfrm>
        </p:spPr>
        <p:txBody>
          <a:bodyPr anchor="b" anchorCtr="1"/>
          <a:lstStyle>
            <a:lvl1pPr algn="ctr">
              <a:defRPr sz="3200" b="1">
                <a:latin typeface="游ゴシック" pitchFamily="50"/>
                <a:ea typeface="游ゴシック" pitchFamily="50"/>
              </a:defRPr>
            </a:lvl1pPr>
          </a:lstStyle>
          <a:p>
            <a:pPr lvl="0"/>
            <a:r>
              <a:rPr lang="ja-JP"/>
              <a:t>タイトルが入ります</a:t>
            </a:r>
            <a:endParaRPr lang="en-US"/>
          </a:p>
        </p:txBody>
      </p:sp>
      <p:sp>
        <p:nvSpPr>
          <p:cNvPr id="9" name="Subtitle 2">
            <a:extLst>
              <a:ext uri="{FF2B5EF4-FFF2-40B4-BE49-F238E27FC236}">
                <a16:creationId xmlns:a16="http://schemas.microsoft.com/office/drawing/2014/main" id="{CAF77E20-5376-7FBE-3404-653442A7242F}"/>
              </a:ext>
            </a:extLst>
          </p:cNvPr>
          <p:cNvSpPr txBox="1">
            <a:spLocks noGrp="1"/>
          </p:cNvSpPr>
          <p:nvPr>
            <p:ph type="subTitle" idx="4294967295"/>
          </p:nvPr>
        </p:nvSpPr>
        <p:spPr>
          <a:xfrm>
            <a:off x="1336477" y="3713552"/>
            <a:ext cx="8018858" cy="402482"/>
          </a:xfrm>
        </p:spPr>
        <p:txBody>
          <a:bodyPr anchorCtr="1"/>
          <a:lstStyle>
            <a:lvl1pPr marL="0" indent="0" algn="ctr">
              <a:buNone/>
              <a:defRPr sz="2400"/>
            </a:lvl1pPr>
          </a:lstStyle>
          <a:p>
            <a:pPr lvl="0"/>
            <a:r>
              <a:rPr lang="ja-JP"/>
              <a:t>サブタイトルが入ります</a:t>
            </a:r>
            <a:endParaRPr lang="en-US"/>
          </a:p>
        </p:txBody>
      </p:sp>
      <p:sp>
        <p:nvSpPr>
          <p:cNvPr id="10" name="Slide Number Placeholder 5">
            <a:extLst>
              <a:ext uri="{FF2B5EF4-FFF2-40B4-BE49-F238E27FC236}">
                <a16:creationId xmlns:a16="http://schemas.microsoft.com/office/drawing/2014/main" id="{2BC2E31E-EC1D-2B77-7AE6-A69951739B73}"/>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E6A15C84-9E99-F84A-9F32-30BD8DF16F2E}" type="slidenum">
              <a:t>‹#›</a:t>
            </a:fld>
            <a:endParaRPr lang="en-US"/>
          </a:p>
        </p:txBody>
      </p:sp>
      <p:pic>
        <p:nvPicPr>
          <p:cNvPr id="11" name="図 13">
            <a:extLst>
              <a:ext uri="{FF2B5EF4-FFF2-40B4-BE49-F238E27FC236}">
                <a16:creationId xmlns:a16="http://schemas.microsoft.com/office/drawing/2014/main" id="{F0B7AA26-07FF-2486-968C-6B18BF0EE0D0}"/>
              </a:ext>
            </a:extLst>
          </p:cNvPr>
          <p:cNvPicPr>
            <a:picLocks noChangeAspect="1"/>
          </p:cNvPicPr>
          <p:nvPr/>
        </p:nvPicPr>
        <p:blipFill>
          <a:blip r:embed="rId2"/>
          <a:stretch>
            <a:fillRect/>
          </a:stretch>
        </p:blipFill>
        <p:spPr>
          <a:xfrm>
            <a:off x="3885404" y="7309594"/>
            <a:ext cx="2920995" cy="165104"/>
          </a:xfrm>
          <a:prstGeom prst="rect">
            <a:avLst/>
          </a:prstGeom>
          <a:noFill/>
          <a:ln cap="flat">
            <a:noFill/>
          </a:ln>
        </p:spPr>
      </p:pic>
      <p:sp>
        <p:nvSpPr>
          <p:cNvPr id="12" name="Subtitle 2">
            <a:extLst>
              <a:ext uri="{FF2B5EF4-FFF2-40B4-BE49-F238E27FC236}">
                <a16:creationId xmlns:a16="http://schemas.microsoft.com/office/drawing/2014/main" id="{114A61AB-3A8B-4340-E926-00F124F56435}"/>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1752931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水色">
    <p:spTree>
      <p:nvGrpSpPr>
        <p:cNvPr id="1" name=""/>
        <p:cNvGrpSpPr/>
        <p:nvPr/>
      </p:nvGrpSpPr>
      <p:grpSpPr>
        <a:xfrm>
          <a:off x="0" y="0"/>
          <a:ext cx="0" cy="0"/>
          <a:chOff x="0" y="0"/>
          <a:chExt cx="0" cy="0"/>
        </a:xfrm>
      </p:grpSpPr>
      <p:sp>
        <p:nvSpPr>
          <p:cNvPr id="2" name="正方形/長方形 20">
            <a:extLst>
              <a:ext uri="{FF2B5EF4-FFF2-40B4-BE49-F238E27FC236}">
                <a16:creationId xmlns:a16="http://schemas.microsoft.com/office/drawing/2014/main" id="{0C70FEB0-BB23-F061-C82C-76923D610988}"/>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3" name="正方形/長方形 19">
            <a:extLst>
              <a:ext uri="{FF2B5EF4-FFF2-40B4-BE49-F238E27FC236}">
                <a16:creationId xmlns:a16="http://schemas.microsoft.com/office/drawing/2014/main" id="{B9EEE9E5-5775-AFA2-CA62-0DB27641D35B}"/>
              </a:ext>
            </a:extLst>
          </p:cNvPr>
          <p:cNvSpPr/>
          <p:nvPr/>
        </p:nvSpPr>
        <p:spPr>
          <a:xfrm>
            <a:off x="327528" y="0"/>
            <a:ext cx="71999" cy="1079997"/>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4" name="Title 1">
            <a:extLst>
              <a:ext uri="{FF2B5EF4-FFF2-40B4-BE49-F238E27FC236}">
                <a16:creationId xmlns:a16="http://schemas.microsoft.com/office/drawing/2014/main" id="{B8D529EC-D259-6FE0-7A61-E061462AA0AC}"/>
              </a:ext>
            </a:extLst>
          </p:cNvPr>
          <p:cNvSpPr txBox="1">
            <a:spLocks noGrp="1"/>
          </p:cNvSpPr>
          <p:nvPr>
            <p:ph type="title"/>
          </p:nvPr>
        </p:nvSpPr>
        <p:spPr>
          <a:xfrm>
            <a:off x="399528" y="430344"/>
            <a:ext cx="10101184" cy="613050"/>
          </a:xfrm>
        </p:spPr>
        <p:txBody>
          <a:bodyPr>
            <a:noAutofit/>
          </a:bodyPr>
          <a:lstStyle>
            <a:lvl1pPr>
              <a:defRPr sz="2800" b="1">
                <a:latin typeface="游ゴシック" pitchFamily="34"/>
                <a:ea typeface="游ゴシック" pitchFamily="34"/>
              </a:defRPr>
            </a:lvl1pPr>
          </a:lstStyle>
          <a:p>
            <a:pPr lvl="0"/>
            <a:r>
              <a:rPr lang="ja-JP"/>
              <a:t>見出しが入ります</a:t>
            </a:r>
            <a:endParaRPr lang="en-US"/>
          </a:p>
        </p:txBody>
      </p:sp>
      <p:sp>
        <p:nvSpPr>
          <p:cNvPr id="5" name="Content Placeholder 2">
            <a:extLst>
              <a:ext uri="{FF2B5EF4-FFF2-40B4-BE49-F238E27FC236}">
                <a16:creationId xmlns:a16="http://schemas.microsoft.com/office/drawing/2014/main" id="{D3451834-AB87-829B-2B85-7C4A91514A3D}"/>
              </a:ext>
            </a:extLst>
          </p:cNvPr>
          <p:cNvSpPr txBox="1">
            <a:spLocks noGrp="1"/>
          </p:cNvSpPr>
          <p:nvPr>
            <p:ph idx="1"/>
          </p:nvPr>
        </p:nvSpPr>
        <p:spPr>
          <a:xfrm>
            <a:off x="510948" y="1381566"/>
            <a:ext cx="9721187" cy="527827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ja-JP"/>
              <a:t>マスター テキストの書式設定</a:t>
            </a:r>
          </a:p>
          <a:p>
            <a:pPr lvl="1"/>
            <a:r>
              <a:rPr lang="ja-JP"/>
              <a:t>第</a:t>
            </a:r>
            <a:r>
              <a:rPr lang="en-US"/>
              <a:t> 2 </a:t>
            </a:r>
            <a:r>
              <a:rPr lang="ja-JP"/>
              <a:t>レベル</a:t>
            </a:r>
          </a:p>
          <a:p>
            <a:pPr lvl="2"/>
            <a:r>
              <a:rPr lang="ja-JP"/>
              <a:t>第</a:t>
            </a:r>
            <a:r>
              <a:rPr lang="en-US"/>
              <a:t> 3 </a:t>
            </a:r>
            <a:r>
              <a:rPr lang="ja-JP"/>
              <a:t>レベル</a:t>
            </a:r>
          </a:p>
          <a:p>
            <a:pPr lvl="3"/>
            <a:r>
              <a:rPr lang="ja-JP"/>
              <a:t>第</a:t>
            </a:r>
            <a:r>
              <a:rPr lang="en-US"/>
              <a:t> 4 </a:t>
            </a:r>
            <a:r>
              <a:rPr lang="ja-JP"/>
              <a:t>レベル</a:t>
            </a:r>
          </a:p>
          <a:p>
            <a:pPr lvl="4"/>
            <a:r>
              <a:rPr lang="ja-JP"/>
              <a:t>第</a:t>
            </a:r>
            <a:r>
              <a:rPr lang="en-US"/>
              <a:t> 5 </a:t>
            </a:r>
            <a:r>
              <a:rPr lang="ja-JP"/>
              <a:t>レベル</a:t>
            </a:r>
            <a:endParaRPr lang="en-US"/>
          </a:p>
        </p:txBody>
      </p:sp>
      <p:pic>
        <p:nvPicPr>
          <p:cNvPr id="6" name="図 12">
            <a:extLst>
              <a:ext uri="{FF2B5EF4-FFF2-40B4-BE49-F238E27FC236}">
                <a16:creationId xmlns:a16="http://schemas.microsoft.com/office/drawing/2014/main" id="{254328DF-D719-8663-BC31-4DA264E323B6}"/>
              </a:ext>
            </a:extLst>
          </p:cNvPr>
          <p:cNvPicPr>
            <a:picLocks noChangeAspect="1"/>
          </p:cNvPicPr>
          <p:nvPr/>
        </p:nvPicPr>
        <p:blipFill>
          <a:blip r:embed="rId2"/>
          <a:stretch>
            <a:fillRect/>
          </a:stretch>
        </p:blipFill>
        <p:spPr>
          <a:xfrm>
            <a:off x="3885404" y="7309594"/>
            <a:ext cx="2920995" cy="165104"/>
          </a:xfrm>
          <a:prstGeom prst="rect">
            <a:avLst/>
          </a:prstGeom>
          <a:noFill/>
          <a:ln cap="flat">
            <a:noFill/>
          </a:ln>
        </p:spPr>
      </p:pic>
      <p:sp>
        <p:nvSpPr>
          <p:cNvPr id="7" name="正方形/長方形 15">
            <a:extLst>
              <a:ext uri="{FF2B5EF4-FFF2-40B4-BE49-F238E27FC236}">
                <a16:creationId xmlns:a16="http://schemas.microsoft.com/office/drawing/2014/main" id="{A39FAFF1-2227-FA9D-2DBB-0197937E9351}"/>
              </a:ext>
            </a:extLst>
          </p:cNvPr>
          <p:cNvSpPr/>
          <p:nvPr/>
        </p:nvSpPr>
        <p:spPr>
          <a:xfrm>
            <a:off x="431999" y="0"/>
            <a:ext cx="35999" cy="359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正方形/長方形 16">
            <a:extLst>
              <a:ext uri="{FF2B5EF4-FFF2-40B4-BE49-F238E27FC236}">
                <a16:creationId xmlns:a16="http://schemas.microsoft.com/office/drawing/2014/main" id="{B986A065-693B-989C-D8F1-F7CFAE55DF00}"/>
              </a:ext>
            </a:extLst>
          </p:cNvPr>
          <p:cNvSpPr/>
          <p:nvPr/>
        </p:nvSpPr>
        <p:spPr>
          <a:xfrm>
            <a:off x="503998" y="0"/>
            <a:ext cx="35999" cy="359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9" name="正方形/長方形 17">
            <a:extLst>
              <a:ext uri="{FF2B5EF4-FFF2-40B4-BE49-F238E27FC236}">
                <a16:creationId xmlns:a16="http://schemas.microsoft.com/office/drawing/2014/main" id="{E31B1BB8-371F-ABDD-429C-FAE7B3DFA146}"/>
              </a:ext>
            </a:extLst>
          </p:cNvPr>
          <p:cNvSpPr/>
          <p:nvPr/>
        </p:nvSpPr>
        <p:spPr>
          <a:xfrm>
            <a:off x="575998" y="0"/>
            <a:ext cx="35999" cy="359999"/>
          </a:xfrm>
          <a:prstGeom prst="rect">
            <a:avLst/>
          </a:prstGeom>
          <a:solidFill>
            <a:srgbClr val="0057BA"/>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10" name="直線コネクタ 8">
            <a:extLst>
              <a:ext uri="{FF2B5EF4-FFF2-40B4-BE49-F238E27FC236}">
                <a16:creationId xmlns:a16="http://schemas.microsoft.com/office/drawing/2014/main" id="{02398B39-7927-3FAD-F9F2-A7CFA73F050E}"/>
              </a:ext>
            </a:extLst>
          </p:cNvPr>
          <p:cNvCxnSpPr/>
          <p:nvPr/>
        </p:nvCxnSpPr>
        <p:spPr>
          <a:xfrm>
            <a:off x="-182" y="359999"/>
            <a:ext cx="10691996" cy="0"/>
          </a:xfrm>
          <a:prstGeom prst="straightConnector1">
            <a:avLst/>
          </a:prstGeom>
          <a:noFill/>
          <a:ln w="15873" cap="flat">
            <a:solidFill>
              <a:srgbClr val="7FC1E9"/>
            </a:solidFill>
            <a:prstDash val="solid"/>
            <a:miter/>
          </a:ln>
        </p:spPr>
      </p:cxnSp>
      <p:cxnSp>
        <p:nvCxnSpPr>
          <p:cNvPr id="11" name="直線コネクタ 21">
            <a:extLst>
              <a:ext uri="{FF2B5EF4-FFF2-40B4-BE49-F238E27FC236}">
                <a16:creationId xmlns:a16="http://schemas.microsoft.com/office/drawing/2014/main" id="{2D2FB5DB-FC49-637F-F7BB-6B240658A767}"/>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12" name="Slide Number Placeholder 5">
            <a:extLst>
              <a:ext uri="{FF2B5EF4-FFF2-40B4-BE49-F238E27FC236}">
                <a16:creationId xmlns:a16="http://schemas.microsoft.com/office/drawing/2014/main" id="{EA7E8F7A-89D9-AA3C-32CF-1C4BA18A8E57}"/>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DC9440C4-B12E-3B43-A1C7-6D65757BCCCE}" type="slidenum">
              <a:t>‹#›</a:t>
            </a:fld>
            <a:endParaRPr lang="en-US"/>
          </a:p>
        </p:txBody>
      </p:sp>
      <p:pic>
        <p:nvPicPr>
          <p:cNvPr id="13" name="図 4">
            <a:extLst>
              <a:ext uri="{FF2B5EF4-FFF2-40B4-BE49-F238E27FC236}">
                <a16:creationId xmlns:a16="http://schemas.microsoft.com/office/drawing/2014/main" id="{75AD77BE-7B72-625B-D638-067DDB4999BF}"/>
              </a:ext>
            </a:extLst>
          </p:cNvPr>
          <p:cNvPicPr>
            <a:picLocks noChangeAspect="1"/>
          </p:cNvPicPr>
          <p:nvPr/>
        </p:nvPicPr>
        <p:blipFill>
          <a:blip r:embed="rId3"/>
          <a:stretch>
            <a:fillRect/>
          </a:stretch>
        </p:blipFill>
        <p:spPr>
          <a:xfrm>
            <a:off x="9336472" y="27294"/>
            <a:ext cx="1164241" cy="321914"/>
          </a:xfrm>
          <a:prstGeom prst="rect">
            <a:avLst/>
          </a:prstGeom>
          <a:noFill/>
          <a:ln cap="flat">
            <a:noFill/>
          </a:ln>
        </p:spPr>
      </p:pic>
      <p:sp>
        <p:nvSpPr>
          <p:cNvPr id="14" name="Subtitle 2">
            <a:extLst>
              <a:ext uri="{FF2B5EF4-FFF2-40B4-BE49-F238E27FC236}">
                <a16:creationId xmlns:a16="http://schemas.microsoft.com/office/drawing/2014/main" id="{5D2D8985-C6C2-E089-94A2-993E71C059B4}"/>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380921385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見出し　赤色">
    <p:spTree>
      <p:nvGrpSpPr>
        <p:cNvPr id="1" name=""/>
        <p:cNvGrpSpPr/>
        <p:nvPr/>
      </p:nvGrpSpPr>
      <p:grpSpPr>
        <a:xfrm>
          <a:off x="0" y="0"/>
          <a:ext cx="0" cy="0"/>
          <a:chOff x="0" y="0"/>
          <a:chExt cx="0" cy="0"/>
        </a:xfrm>
      </p:grpSpPr>
      <p:sp>
        <p:nvSpPr>
          <p:cNvPr id="2" name="正方形/長方形 17">
            <a:extLst>
              <a:ext uri="{FF2B5EF4-FFF2-40B4-BE49-F238E27FC236}">
                <a16:creationId xmlns:a16="http://schemas.microsoft.com/office/drawing/2014/main" id="{D737C941-8340-805C-E2FC-FDE9CDBE978C}"/>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3" name="直線コネクタ 22">
            <a:extLst>
              <a:ext uri="{FF2B5EF4-FFF2-40B4-BE49-F238E27FC236}">
                <a16:creationId xmlns:a16="http://schemas.microsoft.com/office/drawing/2014/main" id="{8E162812-4B4C-45EC-A6A7-EEB73F7C076C}"/>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4" name="正方形/長方形 11">
            <a:extLst>
              <a:ext uri="{FF2B5EF4-FFF2-40B4-BE49-F238E27FC236}">
                <a16:creationId xmlns:a16="http://schemas.microsoft.com/office/drawing/2014/main" id="{A87B75DB-D201-322A-1039-B4C3DC738CD4}"/>
              </a:ext>
            </a:extLst>
          </p:cNvPr>
          <p:cNvSpPr/>
          <p:nvPr/>
        </p:nvSpPr>
        <p:spPr>
          <a:xfrm>
            <a:off x="666003" y="3600001"/>
            <a:ext cx="7200003" cy="35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5" name="正方形/長方形 12">
            <a:extLst>
              <a:ext uri="{FF2B5EF4-FFF2-40B4-BE49-F238E27FC236}">
                <a16:creationId xmlns:a16="http://schemas.microsoft.com/office/drawing/2014/main" id="{7C7F3183-9DC4-0454-FA0C-ADF08DE8FC19}"/>
              </a:ext>
            </a:extLst>
          </p:cNvPr>
          <p:cNvSpPr/>
          <p:nvPr/>
        </p:nvSpPr>
        <p:spPr>
          <a:xfrm>
            <a:off x="7865815" y="3600001"/>
            <a:ext cx="719998" cy="35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13">
            <a:extLst>
              <a:ext uri="{FF2B5EF4-FFF2-40B4-BE49-F238E27FC236}">
                <a16:creationId xmlns:a16="http://schemas.microsoft.com/office/drawing/2014/main" id="{BE2512E6-6095-7B8B-78DE-CE8F66E77D48}"/>
              </a:ext>
            </a:extLst>
          </p:cNvPr>
          <p:cNvSpPr/>
          <p:nvPr/>
        </p:nvSpPr>
        <p:spPr>
          <a:xfrm>
            <a:off x="8585813" y="3600001"/>
            <a:ext cx="719998" cy="35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14">
            <a:extLst>
              <a:ext uri="{FF2B5EF4-FFF2-40B4-BE49-F238E27FC236}">
                <a16:creationId xmlns:a16="http://schemas.microsoft.com/office/drawing/2014/main" id="{A648C6C3-319C-DBEB-7AC2-9806AFE09823}"/>
              </a:ext>
            </a:extLst>
          </p:cNvPr>
          <p:cNvSpPr/>
          <p:nvPr/>
        </p:nvSpPr>
        <p:spPr>
          <a:xfrm>
            <a:off x="9305812" y="3600001"/>
            <a:ext cx="719998" cy="35999"/>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Title 1">
            <a:extLst>
              <a:ext uri="{FF2B5EF4-FFF2-40B4-BE49-F238E27FC236}">
                <a16:creationId xmlns:a16="http://schemas.microsoft.com/office/drawing/2014/main" id="{DC434057-A8E4-AA0E-92B0-3BCE4561FE55}"/>
              </a:ext>
            </a:extLst>
          </p:cNvPr>
          <p:cNvSpPr txBox="1">
            <a:spLocks noGrp="1"/>
          </p:cNvSpPr>
          <p:nvPr>
            <p:ph type="title"/>
          </p:nvPr>
        </p:nvSpPr>
        <p:spPr>
          <a:xfrm>
            <a:off x="801883" y="3013798"/>
            <a:ext cx="9088038" cy="567266"/>
          </a:xfrm>
        </p:spPr>
        <p:txBody>
          <a:bodyPr anchor="b" anchorCtr="1"/>
          <a:lstStyle>
            <a:lvl1pPr algn="ctr">
              <a:defRPr sz="3200" b="1">
                <a:latin typeface="游ゴシック" pitchFamily="50"/>
                <a:ea typeface="游ゴシック" pitchFamily="50"/>
              </a:defRPr>
            </a:lvl1pPr>
          </a:lstStyle>
          <a:p>
            <a:pPr lvl="0"/>
            <a:r>
              <a:rPr lang="ja-JP"/>
              <a:t>タイトルが入ります</a:t>
            </a:r>
            <a:endParaRPr lang="en-US"/>
          </a:p>
        </p:txBody>
      </p:sp>
      <p:sp>
        <p:nvSpPr>
          <p:cNvPr id="9" name="Subtitle 2">
            <a:extLst>
              <a:ext uri="{FF2B5EF4-FFF2-40B4-BE49-F238E27FC236}">
                <a16:creationId xmlns:a16="http://schemas.microsoft.com/office/drawing/2014/main" id="{45C253A8-C666-AF30-8865-70DEA504763C}"/>
              </a:ext>
            </a:extLst>
          </p:cNvPr>
          <p:cNvSpPr txBox="1">
            <a:spLocks noGrp="1"/>
          </p:cNvSpPr>
          <p:nvPr>
            <p:ph type="subTitle" idx="4294967295"/>
          </p:nvPr>
        </p:nvSpPr>
        <p:spPr>
          <a:xfrm>
            <a:off x="1336477" y="3713552"/>
            <a:ext cx="8018858" cy="402482"/>
          </a:xfrm>
        </p:spPr>
        <p:txBody>
          <a:bodyPr anchorCtr="1"/>
          <a:lstStyle>
            <a:lvl1pPr marL="0" indent="0" algn="ctr">
              <a:buNone/>
              <a:defRPr sz="2400"/>
            </a:lvl1pPr>
          </a:lstStyle>
          <a:p>
            <a:pPr lvl="0"/>
            <a:r>
              <a:rPr lang="ja-JP"/>
              <a:t>サブタイトルが入ります</a:t>
            </a:r>
            <a:endParaRPr lang="en-US"/>
          </a:p>
        </p:txBody>
      </p:sp>
      <p:sp>
        <p:nvSpPr>
          <p:cNvPr id="10" name="Slide Number Placeholder 5">
            <a:extLst>
              <a:ext uri="{FF2B5EF4-FFF2-40B4-BE49-F238E27FC236}">
                <a16:creationId xmlns:a16="http://schemas.microsoft.com/office/drawing/2014/main" id="{831F7FDD-263E-DEC6-03B7-7FBD57AFC542}"/>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6CB24ED0-999C-FA4B-A574-35DA35442F87}" type="slidenum">
              <a:t>‹#›</a:t>
            </a:fld>
            <a:endParaRPr lang="en-US"/>
          </a:p>
        </p:txBody>
      </p:sp>
      <p:pic>
        <p:nvPicPr>
          <p:cNvPr id="11" name="図 19">
            <a:extLst>
              <a:ext uri="{FF2B5EF4-FFF2-40B4-BE49-F238E27FC236}">
                <a16:creationId xmlns:a16="http://schemas.microsoft.com/office/drawing/2014/main" id="{B2EA4662-7861-1D21-B499-105C8C8E4029}"/>
              </a:ext>
            </a:extLst>
          </p:cNvPr>
          <p:cNvPicPr>
            <a:picLocks noChangeAspect="1"/>
          </p:cNvPicPr>
          <p:nvPr/>
        </p:nvPicPr>
        <p:blipFill>
          <a:blip r:embed="rId2"/>
          <a:stretch>
            <a:fillRect/>
          </a:stretch>
        </p:blipFill>
        <p:spPr>
          <a:xfrm>
            <a:off x="3885404" y="7309594"/>
            <a:ext cx="2920995" cy="165104"/>
          </a:xfrm>
          <a:prstGeom prst="rect">
            <a:avLst/>
          </a:prstGeom>
          <a:noFill/>
          <a:ln cap="flat">
            <a:noFill/>
          </a:ln>
        </p:spPr>
      </p:pic>
      <p:sp>
        <p:nvSpPr>
          <p:cNvPr id="12" name="Subtitle 2">
            <a:extLst>
              <a:ext uri="{FF2B5EF4-FFF2-40B4-BE49-F238E27FC236}">
                <a16:creationId xmlns:a16="http://schemas.microsoft.com/office/drawing/2014/main" id="{AE299CCE-656B-5D61-7ABD-17E9FA404EFF}"/>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643505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タイトルとコンテンツ　赤色">
    <p:spTree>
      <p:nvGrpSpPr>
        <p:cNvPr id="1" name=""/>
        <p:cNvGrpSpPr/>
        <p:nvPr/>
      </p:nvGrpSpPr>
      <p:grpSpPr>
        <a:xfrm>
          <a:off x="0" y="0"/>
          <a:ext cx="0" cy="0"/>
          <a:chOff x="0" y="0"/>
          <a:chExt cx="0" cy="0"/>
        </a:xfrm>
      </p:grpSpPr>
      <p:sp>
        <p:nvSpPr>
          <p:cNvPr id="2" name="正方形/長方形 15">
            <a:extLst>
              <a:ext uri="{FF2B5EF4-FFF2-40B4-BE49-F238E27FC236}">
                <a16:creationId xmlns:a16="http://schemas.microsoft.com/office/drawing/2014/main" id="{3E5BFDC3-D231-CD27-D97D-5AC0E97BC0AA}"/>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3" name="Content Placeholder 2">
            <a:extLst>
              <a:ext uri="{FF2B5EF4-FFF2-40B4-BE49-F238E27FC236}">
                <a16:creationId xmlns:a16="http://schemas.microsoft.com/office/drawing/2014/main" id="{B2193D8A-5CD3-B489-34E8-74FAED79D5D9}"/>
              </a:ext>
            </a:extLst>
          </p:cNvPr>
          <p:cNvSpPr txBox="1">
            <a:spLocks noGrp="1"/>
          </p:cNvSpPr>
          <p:nvPr>
            <p:ph idx="4294967295"/>
          </p:nvPr>
        </p:nvSpPr>
        <p:spPr>
          <a:xfrm>
            <a:off x="510948" y="1381566"/>
            <a:ext cx="9721187" cy="5278273"/>
          </a:xfrm>
        </p:spPr>
        <p:txBody>
          <a:bodyPr/>
          <a:lstStyle>
            <a:lvl1pPr>
              <a:defRPr/>
            </a:lvl1pPr>
            <a:lvl2pPr>
              <a:defRPr/>
            </a:lvl2pPr>
            <a:lvl3pPr>
              <a:defRPr/>
            </a:lvl3pPr>
            <a:lvl4pPr>
              <a:defRPr/>
            </a:lvl4pPr>
            <a:lvl5pPr>
              <a:defRPr/>
            </a:lvl5pPr>
          </a:lstStyle>
          <a:p>
            <a:pPr lvl="0"/>
            <a:r>
              <a:rPr lang="ja-JP"/>
              <a:t>マスター テキストの書式設定</a:t>
            </a:r>
          </a:p>
          <a:p>
            <a:pPr lvl="1"/>
            <a:r>
              <a:rPr lang="ja-JP"/>
              <a:t>第</a:t>
            </a:r>
            <a:r>
              <a:rPr lang="en-US"/>
              <a:t> 2 </a:t>
            </a:r>
            <a:r>
              <a:rPr lang="ja-JP"/>
              <a:t>レベル</a:t>
            </a:r>
          </a:p>
          <a:p>
            <a:pPr lvl="2"/>
            <a:r>
              <a:rPr lang="ja-JP"/>
              <a:t>第</a:t>
            </a:r>
            <a:r>
              <a:rPr lang="en-US"/>
              <a:t> 3 </a:t>
            </a:r>
            <a:r>
              <a:rPr lang="ja-JP"/>
              <a:t>レベル</a:t>
            </a:r>
          </a:p>
          <a:p>
            <a:pPr lvl="3"/>
            <a:r>
              <a:rPr lang="ja-JP"/>
              <a:t>第</a:t>
            </a:r>
            <a:r>
              <a:rPr lang="en-US"/>
              <a:t> 4 </a:t>
            </a:r>
            <a:r>
              <a:rPr lang="ja-JP"/>
              <a:t>レベル</a:t>
            </a:r>
          </a:p>
          <a:p>
            <a:pPr lvl="4"/>
            <a:r>
              <a:rPr lang="ja-JP"/>
              <a:t>第</a:t>
            </a:r>
            <a:r>
              <a:rPr lang="en-US"/>
              <a:t> 5 </a:t>
            </a:r>
            <a:r>
              <a:rPr lang="ja-JP"/>
              <a:t>レベル</a:t>
            </a:r>
            <a:endParaRPr lang="en-US"/>
          </a:p>
        </p:txBody>
      </p:sp>
      <p:cxnSp>
        <p:nvCxnSpPr>
          <p:cNvPr id="4" name="直線コネクタ 21">
            <a:extLst>
              <a:ext uri="{FF2B5EF4-FFF2-40B4-BE49-F238E27FC236}">
                <a16:creationId xmlns:a16="http://schemas.microsoft.com/office/drawing/2014/main" id="{63661C5A-934F-9232-121C-C866CDB91048}"/>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5" name="正方形/長方形 24">
            <a:extLst>
              <a:ext uri="{FF2B5EF4-FFF2-40B4-BE49-F238E27FC236}">
                <a16:creationId xmlns:a16="http://schemas.microsoft.com/office/drawing/2014/main" id="{6D47856A-2FDF-E0A5-FD18-95420F2B5A35}"/>
              </a:ext>
            </a:extLst>
          </p:cNvPr>
          <p:cNvSpPr/>
          <p:nvPr/>
        </p:nvSpPr>
        <p:spPr>
          <a:xfrm>
            <a:off x="327528" y="0"/>
            <a:ext cx="71999" cy="1079997"/>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25">
            <a:extLst>
              <a:ext uri="{FF2B5EF4-FFF2-40B4-BE49-F238E27FC236}">
                <a16:creationId xmlns:a16="http://schemas.microsoft.com/office/drawing/2014/main" id="{185ABE00-7578-A98A-7C51-6F7E96F6BACB}"/>
              </a:ext>
            </a:extLst>
          </p:cNvPr>
          <p:cNvSpPr/>
          <p:nvPr/>
        </p:nvSpPr>
        <p:spPr>
          <a:xfrm>
            <a:off x="431999" y="0"/>
            <a:ext cx="35999" cy="359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26">
            <a:extLst>
              <a:ext uri="{FF2B5EF4-FFF2-40B4-BE49-F238E27FC236}">
                <a16:creationId xmlns:a16="http://schemas.microsoft.com/office/drawing/2014/main" id="{F8A120AD-6007-A81C-D9CC-09E75BE18372}"/>
              </a:ext>
            </a:extLst>
          </p:cNvPr>
          <p:cNvSpPr/>
          <p:nvPr/>
        </p:nvSpPr>
        <p:spPr>
          <a:xfrm>
            <a:off x="503998" y="0"/>
            <a:ext cx="35999" cy="359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正方形/長方形 27">
            <a:extLst>
              <a:ext uri="{FF2B5EF4-FFF2-40B4-BE49-F238E27FC236}">
                <a16:creationId xmlns:a16="http://schemas.microsoft.com/office/drawing/2014/main" id="{A501AB16-AD01-DE9F-3BD8-FD13497C03BD}"/>
              </a:ext>
            </a:extLst>
          </p:cNvPr>
          <p:cNvSpPr/>
          <p:nvPr/>
        </p:nvSpPr>
        <p:spPr>
          <a:xfrm>
            <a:off x="575998" y="0"/>
            <a:ext cx="35999" cy="359999"/>
          </a:xfrm>
          <a:prstGeom prst="rect">
            <a:avLst/>
          </a:prstGeom>
          <a:solidFill>
            <a:srgbClr val="0057BA"/>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9" name="直線コネクタ 28">
            <a:extLst>
              <a:ext uri="{FF2B5EF4-FFF2-40B4-BE49-F238E27FC236}">
                <a16:creationId xmlns:a16="http://schemas.microsoft.com/office/drawing/2014/main" id="{097650C1-ECBE-78A3-4BDD-4C0A6F6BC0EE}"/>
              </a:ext>
            </a:extLst>
          </p:cNvPr>
          <p:cNvCxnSpPr/>
          <p:nvPr/>
        </p:nvCxnSpPr>
        <p:spPr>
          <a:xfrm>
            <a:off x="-182" y="359999"/>
            <a:ext cx="10691996" cy="0"/>
          </a:xfrm>
          <a:prstGeom prst="straightConnector1">
            <a:avLst/>
          </a:prstGeom>
          <a:noFill/>
          <a:ln w="15873" cap="flat">
            <a:solidFill>
              <a:srgbClr val="EF9B86"/>
            </a:solidFill>
            <a:prstDash val="solid"/>
            <a:miter/>
          </a:ln>
        </p:spPr>
      </p:cxnSp>
      <p:sp>
        <p:nvSpPr>
          <p:cNvPr id="10" name="Title 1">
            <a:extLst>
              <a:ext uri="{FF2B5EF4-FFF2-40B4-BE49-F238E27FC236}">
                <a16:creationId xmlns:a16="http://schemas.microsoft.com/office/drawing/2014/main" id="{CFF8012E-CBB7-27D4-8F33-9E10BDF8FF82}"/>
              </a:ext>
            </a:extLst>
          </p:cNvPr>
          <p:cNvSpPr txBox="1">
            <a:spLocks noGrp="1"/>
          </p:cNvSpPr>
          <p:nvPr>
            <p:ph type="title"/>
          </p:nvPr>
        </p:nvSpPr>
        <p:spPr>
          <a:xfrm>
            <a:off x="399528" y="430344"/>
            <a:ext cx="10101184" cy="613050"/>
          </a:xfrm>
        </p:spPr>
        <p:txBody>
          <a:bodyPr>
            <a:noAutofit/>
          </a:bodyPr>
          <a:lstStyle>
            <a:lvl1pPr>
              <a:defRPr sz="2800" b="1">
                <a:latin typeface="游ゴシック" pitchFamily="34"/>
                <a:ea typeface="游ゴシック" pitchFamily="34"/>
              </a:defRPr>
            </a:lvl1pPr>
          </a:lstStyle>
          <a:p>
            <a:pPr lvl="0"/>
            <a:r>
              <a:rPr lang="ja-JP"/>
              <a:t>見出しが入ります</a:t>
            </a:r>
            <a:endParaRPr lang="en-US"/>
          </a:p>
        </p:txBody>
      </p:sp>
      <p:pic>
        <p:nvPicPr>
          <p:cNvPr id="11" name="図 16">
            <a:extLst>
              <a:ext uri="{FF2B5EF4-FFF2-40B4-BE49-F238E27FC236}">
                <a16:creationId xmlns:a16="http://schemas.microsoft.com/office/drawing/2014/main" id="{126766B6-139E-377A-5F57-C1D2A7CF2DB6}"/>
              </a:ext>
            </a:extLst>
          </p:cNvPr>
          <p:cNvPicPr>
            <a:picLocks noChangeAspect="1"/>
          </p:cNvPicPr>
          <p:nvPr/>
        </p:nvPicPr>
        <p:blipFill>
          <a:blip r:embed="rId2"/>
          <a:stretch>
            <a:fillRect/>
          </a:stretch>
        </p:blipFill>
        <p:spPr>
          <a:xfrm>
            <a:off x="9336472" y="27294"/>
            <a:ext cx="1164241" cy="321914"/>
          </a:xfrm>
          <a:prstGeom prst="rect">
            <a:avLst/>
          </a:prstGeom>
          <a:noFill/>
          <a:ln cap="flat">
            <a:noFill/>
          </a:ln>
        </p:spPr>
      </p:pic>
      <p:sp>
        <p:nvSpPr>
          <p:cNvPr id="12" name="Slide Number Placeholder 5">
            <a:extLst>
              <a:ext uri="{FF2B5EF4-FFF2-40B4-BE49-F238E27FC236}">
                <a16:creationId xmlns:a16="http://schemas.microsoft.com/office/drawing/2014/main" id="{1F07F548-19D3-7AF8-E987-31B082CA61F9}"/>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358B1DF8-205D-8442-846A-336D324D003F}" type="slidenum">
              <a:t>‹#›</a:t>
            </a:fld>
            <a:endParaRPr lang="en-US"/>
          </a:p>
        </p:txBody>
      </p:sp>
      <p:pic>
        <p:nvPicPr>
          <p:cNvPr id="13" name="図 19">
            <a:extLst>
              <a:ext uri="{FF2B5EF4-FFF2-40B4-BE49-F238E27FC236}">
                <a16:creationId xmlns:a16="http://schemas.microsoft.com/office/drawing/2014/main" id="{8EAE1946-BC42-512C-5B53-66C90197519A}"/>
              </a:ext>
            </a:extLst>
          </p:cNvPr>
          <p:cNvPicPr>
            <a:picLocks noChangeAspect="1"/>
          </p:cNvPicPr>
          <p:nvPr/>
        </p:nvPicPr>
        <p:blipFill>
          <a:blip r:embed="rId3"/>
          <a:stretch>
            <a:fillRect/>
          </a:stretch>
        </p:blipFill>
        <p:spPr>
          <a:xfrm>
            <a:off x="3885404" y="7309594"/>
            <a:ext cx="2920995" cy="165104"/>
          </a:xfrm>
          <a:prstGeom prst="rect">
            <a:avLst/>
          </a:prstGeom>
          <a:noFill/>
          <a:ln cap="flat">
            <a:noFill/>
          </a:ln>
        </p:spPr>
      </p:pic>
      <p:sp>
        <p:nvSpPr>
          <p:cNvPr id="14" name="Subtitle 2">
            <a:extLst>
              <a:ext uri="{FF2B5EF4-FFF2-40B4-BE49-F238E27FC236}">
                <a16:creationId xmlns:a16="http://schemas.microsoft.com/office/drawing/2014/main" id="{054DABCD-2DD1-6754-6224-EE65F688F8B5}"/>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1046630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見出し　黄色">
    <p:spTree>
      <p:nvGrpSpPr>
        <p:cNvPr id="1" name=""/>
        <p:cNvGrpSpPr/>
        <p:nvPr/>
      </p:nvGrpSpPr>
      <p:grpSpPr>
        <a:xfrm>
          <a:off x="0" y="0"/>
          <a:ext cx="0" cy="0"/>
          <a:chOff x="0" y="0"/>
          <a:chExt cx="0" cy="0"/>
        </a:xfrm>
      </p:grpSpPr>
      <p:sp>
        <p:nvSpPr>
          <p:cNvPr id="2" name="正方形/長方形 12">
            <a:extLst>
              <a:ext uri="{FF2B5EF4-FFF2-40B4-BE49-F238E27FC236}">
                <a16:creationId xmlns:a16="http://schemas.microsoft.com/office/drawing/2014/main" id="{0AC44670-59C5-118F-09C0-13E1013BADC0}"/>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3" name="直線コネクタ 22">
            <a:extLst>
              <a:ext uri="{FF2B5EF4-FFF2-40B4-BE49-F238E27FC236}">
                <a16:creationId xmlns:a16="http://schemas.microsoft.com/office/drawing/2014/main" id="{638FDF16-444E-F7B0-4C82-B354C69342E0}"/>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4" name="正方形/長方形 18">
            <a:extLst>
              <a:ext uri="{FF2B5EF4-FFF2-40B4-BE49-F238E27FC236}">
                <a16:creationId xmlns:a16="http://schemas.microsoft.com/office/drawing/2014/main" id="{F09DEF46-456E-073B-CCE0-E7BCF7E60F59}"/>
              </a:ext>
            </a:extLst>
          </p:cNvPr>
          <p:cNvSpPr/>
          <p:nvPr/>
        </p:nvSpPr>
        <p:spPr>
          <a:xfrm>
            <a:off x="666003" y="3600001"/>
            <a:ext cx="719998" cy="35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5" name="正方形/長方形 19">
            <a:extLst>
              <a:ext uri="{FF2B5EF4-FFF2-40B4-BE49-F238E27FC236}">
                <a16:creationId xmlns:a16="http://schemas.microsoft.com/office/drawing/2014/main" id="{E034D930-53ED-7AB1-553F-40A4C13ACF55}"/>
              </a:ext>
            </a:extLst>
          </p:cNvPr>
          <p:cNvSpPr/>
          <p:nvPr/>
        </p:nvSpPr>
        <p:spPr>
          <a:xfrm>
            <a:off x="1386001" y="3600001"/>
            <a:ext cx="7200003" cy="35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20">
            <a:extLst>
              <a:ext uri="{FF2B5EF4-FFF2-40B4-BE49-F238E27FC236}">
                <a16:creationId xmlns:a16="http://schemas.microsoft.com/office/drawing/2014/main" id="{A7E29FAA-A7BA-82B6-848C-317871A9A312}"/>
              </a:ext>
            </a:extLst>
          </p:cNvPr>
          <p:cNvSpPr/>
          <p:nvPr/>
        </p:nvSpPr>
        <p:spPr>
          <a:xfrm>
            <a:off x="8585813" y="3600001"/>
            <a:ext cx="719998" cy="35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21">
            <a:extLst>
              <a:ext uri="{FF2B5EF4-FFF2-40B4-BE49-F238E27FC236}">
                <a16:creationId xmlns:a16="http://schemas.microsoft.com/office/drawing/2014/main" id="{E7D4FB5F-A735-42F1-E51A-0172A714BDA4}"/>
              </a:ext>
            </a:extLst>
          </p:cNvPr>
          <p:cNvSpPr/>
          <p:nvPr/>
        </p:nvSpPr>
        <p:spPr>
          <a:xfrm>
            <a:off x="9305812" y="3600001"/>
            <a:ext cx="719998" cy="35999"/>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Title 1">
            <a:extLst>
              <a:ext uri="{FF2B5EF4-FFF2-40B4-BE49-F238E27FC236}">
                <a16:creationId xmlns:a16="http://schemas.microsoft.com/office/drawing/2014/main" id="{1305C94E-06B4-91A5-F199-60561F4076CA}"/>
              </a:ext>
            </a:extLst>
          </p:cNvPr>
          <p:cNvSpPr txBox="1">
            <a:spLocks noGrp="1"/>
          </p:cNvSpPr>
          <p:nvPr>
            <p:ph type="title"/>
          </p:nvPr>
        </p:nvSpPr>
        <p:spPr>
          <a:xfrm>
            <a:off x="801883" y="3013798"/>
            <a:ext cx="9088038" cy="567266"/>
          </a:xfrm>
        </p:spPr>
        <p:txBody>
          <a:bodyPr anchor="b" anchorCtr="1"/>
          <a:lstStyle>
            <a:lvl1pPr algn="ctr">
              <a:defRPr sz="3200" b="1">
                <a:latin typeface="游ゴシック" pitchFamily="50"/>
                <a:ea typeface="游ゴシック" pitchFamily="50"/>
              </a:defRPr>
            </a:lvl1pPr>
          </a:lstStyle>
          <a:p>
            <a:pPr lvl="0"/>
            <a:r>
              <a:rPr lang="ja-JP"/>
              <a:t>タイトルが入ります</a:t>
            </a:r>
            <a:endParaRPr lang="en-US"/>
          </a:p>
        </p:txBody>
      </p:sp>
      <p:sp>
        <p:nvSpPr>
          <p:cNvPr id="9" name="Subtitle 2">
            <a:extLst>
              <a:ext uri="{FF2B5EF4-FFF2-40B4-BE49-F238E27FC236}">
                <a16:creationId xmlns:a16="http://schemas.microsoft.com/office/drawing/2014/main" id="{1688ACD0-C4A2-7A06-5793-758767BA1BAD}"/>
              </a:ext>
            </a:extLst>
          </p:cNvPr>
          <p:cNvSpPr txBox="1">
            <a:spLocks noGrp="1"/>
          </p:cNvSpPr>
          <p:nvPr>
            <p:ph type="subTitle" idx="4294967295"/>
          </p:nvPr>
        </p:nvSpPr>
        <p:spPr>
          <a:xfrm>
            <a:off x="1336477" y="3713552"/>
            <a:ext cx="8018858" cy="402482"/>
          </a:xfrm>
        </p:spPr>
        <p:txBody>
          <a:bodyPr anchorCtr="1"/>
          <a:lstStyle>
            <a:lvl1pPr marL="0" indent="0" algn="ctr">
              <a:buNone/>
              <a:defRPr sz="2400"/>
            </a:lvl1pPr>
          </a:lstStyle>
          <a:p>
            <a:pPr lvl="0"/>
            <a:r>
              <a:rPr lang="ja-JP"/>
              <a:t>サブタイトルが入ります</a:t>
            </a:r>
            <a:endParaRPr lang="en-US"/>
          </a:p>
        </p:txBody>
      </p:sp>
      <p:sp>
        <p:nvSpPr>
          <p:cNvPr id="10" name="Slide Number Placeholder 5">
            <a:extLst>
              <a:ext uri="{FF2B5EF4-FFF2-40B4-BE49-F238E27FC236}">
                <a16:creationId xmlns:a16="http://schemas.microsoft.com/office/drawing/2014/main" id="{1B6F54BB-5223-3D71-BBD0-E70A960B230E}"/>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14B42BB4-DF6D-DD46-B6C0-55E5AE9A0BAF}" type="slidenum">
              <a:t>‹#›</a:t>
            </a:fld>
            <a:endParaRPr lang="en-US"/>
          </a:p>
        </p:txBody>
      </p:sp>
      <p:pic>
        <p:nvPicPr>
          <p:cNvPr id="11" name="図 14">
            <a:extLst>
              <a:ext uri="{FF2B5EF4-FFF2-40B4-BE49-F238E27FC236}">
                <a16:creationId xmlns:a16="http://schemas.microsoft.com/office/drawing/2014/main" id="{6ECC769D-1A52-7F1D-4E7C-678D1666259C}"/>
              </a:ext>
            </a:extLst>
          </p:cNvPr>
          <p:cNvPicPr>
            <a:picLocks noChangeAspect="1"/>
          </p:cNvPicPr>
          <p:nvPr/>
        </p:nvPicPr>
        <p:blipFill>
          <a:blip r:embed="rId2"/>
          <a:stretch>
            <a:fillRect/>
          </a:stretch>
        </p:blipFill>
        <p:spPr>
          <a:xfrm>
            <a:off x="3885404" y="7309594"/>
            <a:ext cx="2920995" cy="165104"/>
          </a:xfrm>
          <a:prstGeom prst="rect">
            <a:avLst/>
          </a:prstGeom>
          <a:noFill/>
          <a:ln cap="flat">
            <a:noFill/>
          </a:ln>
        </p:spPr>
      </p:pic>
      <p:sp>
        <p:nvSpPr>
          <p:cNvPr id="12" name="Subtitle 2">
            <a:extLst>
              <a:ext uri="{FF2B5EF4-FFF2-40B4-BE49-F238E27FC236}">
                <a16:creationId xmlns:a16="http://schemas.microsoft.com/office/drawing/2014/main" id="{2BECF958-01B5-5507-725A-CBBC7DCBE617}"/>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1395324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タイトルとコンテンツ　黄色">
    <p:spTree>
      <p:nvGrpSpPr>
        <p:cNvPr id="1" name=""/>
        <p:cNvGrpSpPr/>
        <p:nvPr/>
      </p:nvGrpSpPr>
      <p:grpSpPr>
        <a:xfrm>
          <a:off x="0" y="0"/>
          <a:ext cx="0" cy="0"/>
          <a:chOff x="0" y="0"/>
          <a:chExt cx="0" cy="0"/>
        </a:xfrm>
      </p:grpSpPr>
      <p:sp>
        <p:nvSpPr>
          <p:cNvPr id="2" name="正方形/長方形 15">
            <a:extLst>
              <a:ext uri="{FF2B5EF4-FFF2-40B4-BE49-F238E27FC236}">
                <a16:creationId xmlns:a16="http://schemas.microsoft.com/office/drawing/2014/main" id="{660CB1BF-6AA6-86C2-296A-29C6A6503787}"/>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3" name="Content Placeholder 2">
            <a:extLst>
              <a:ext uri="{FF2B5EF4-FFF2-40B4-BE49-F238E27FC236}">
                <a16:creationId xmlns:a16="http://schemas.microsoft.com/office/drawing/2014/main" id="{00F06437-7BB9-1C30-57BB-633455F678AE}"/>
              </a:ext>
            </a:extLst>
          </p:cNvPr>
          <p:cNvSpPr txBox="1">
            <a:spLocks noGrp="1"/>
          </p:cNvSpPr>
          <p:nvPr>
            <p:ph idx="4294967295"/>
          </p:nvPr>
        </p:nvSpPr>
        <p:spPr>
          <a:xfrm>
            <a:off x="510948" y="1381566"/>
            <a:ext cx="9721187" cy="5278273"/>
          </a:xfrm>
        </p:spPr>
        <p:txBody>
          <a:bodyPr/>
          <a:lstStyle>
            <a:lvl1pPr>
              <a:defRPr/>
            </a:lvl1pPr>
            <a:lvl2pPr>
              <a:defRPr/>
            </a:lvl2pPr>
            <a:lvl3pPr>
              <a:defRPr/>
            </a:lvl3pPr>
            <a:lvl4pPr>
              <a:defRPr/>
            </a:lvl4pPr>
            <a:lvl5pPr>
              <a:defRPr/>
            </a:lvl5pPr>
          </a:lstStyle>
          <a:p>
            <a:pPr lvl="0"/>
            <a:r>
              <a:rPr lang="ja-JP"/>
              <a:t>マスター テキストの書式設定</a:t>
            </a:r>
          </a:p>
          <a:p>
            <a:pPr lvl="1"/>
            <a:r>
              <a:rPr lang="ja-JP"/>
              <a:t>第</a:t>
            </a:r>
            <a:r>
              <a:rPr lang="en-US"/>
              <a:t> 2 </a:t>
            </a:r>
            <a:r>
              <a:rPr lang="ja-JP"/>
              <a:t>レベル</a:t>
            </a:r>
          </a:p>
          <a:p>
            <a:pPr lvl="2"/>
            <a:r>
              <a:rPr lang="ja-JP"/>
              <a:t>第</a:t>
            </a:r>
            <a:r>
              <a:rPr lang="en-US"/>
              <a:t> 3 </a:t>
            </a:r>
            <a:r>
              <a:rPr lang="ja-JP"/>
              <a:t>レベル</a:t>
            </a:r>
          </a:p>
          <a:p>
            <a:pPr lvl="3"/>
            <a:r>
              <a:rPr lang="ja-JP"/>
              <a:t>第</a:t>
            </a:r>
            <a:r>
              <a:rPr lang="en-US"/>
              <a:t> 4 </a:t>
            </a:r>
            <a:r>
              <a:rPr lang="ja-JP"/>
              <a:t>レベル</a:t>
            </a:r>
          </a:p>
          <a:p>
            <a:pPr lvl="4"/>
            <a:r>
              <a:rPr lang="ja-JP"/>
              <a:t>第</a:t>
            </a:r>
            <a:r>
              <a:rPr lang="en-US"/>
              <a:t> 5 </a:t>
            </a:r>
            <a:r>
              <a:rPr lang="ja-JP"/>
              <a:t>レベル</a:t>
            </a:r>
            <a:endParaRPr lang="en-US"/>
          </a:p>
        </p:txBody>
      </p:sp>
      <p:cxnSp>
        <p:nvCxnSpPr>
          <p:cNvPr id="4" name="直線コネクタ 21">
            <a:extLst>
              <a:ext uri="{FF2B5EF4-FFF2-40B4-BE49-F238E27FC236}">
                <a16:creationId xmlns:a16="http://schemas.microsoft.com/office/drawing/2014/main" id="{7D35736C-2A65-DA57-92C4-7DE8D7D65EC8}"/>
              </a:ext>
            </a:extLst>
          </p:cNvPr>
          <p:cNvCxnSpPr/>
          <p:nvPr/>
        </p:nvCxnSpPr>
        <p:spPr>
          <a:xfrm>
            <a:off x="-5779" y="7166518"/>
            <a:ext cx="10692006" cy="0"/>
          </a:xfrm>
          <a:prstGeom prst="straightConnector1">
            <a:avLst/>
          </a:prstGeom>
          <a:noFill/>
          <a:ln w="7616" cap="flat">
            <a:solidFill>
              <a:srgbClr val="004198"/>
            </a:solidFill>
            <a:prstDash val="solid"/>
            <a:miter/>
          </a:ln>
        </p:spPr>
      </p:cxnSp>
      <p:cxnSp>
        <p:nvCxnSpPr>
          <p:cNvPr id="5" name="直線コネクタ 19">
            <a:extLst>
              <a:ext uri="{FF2B5EF4-FFF2-40B4-BE49-F238E27FC236}">
                <a16:creationId xmlns:a16="http://schemas.microsoft.com/office/drawing/2014/main" id="{CF9774FE-8A34-3B4C-9530-5D03D58FA0B1}"/>
              </a:ext>
            </a:extLst>
          </p:cNvPr>
          <p:cNvCxnSpPr/>
          <p:nvPr/>
        </p:nvCxnSpPr>
        <p:spPr>
          <a:xfrm>
            <a:off x="-182" y="359999"/>
            <a:ext cx="10691996" cy="0"/>
          </a:xfrm>
          <a:prstGeom prst="straightConnector1">
            <a:avLst/>
          </a:prstGeom>
          <a:noFill/>
          <a:ln w="15873" cap="flat">
            <a:solidFill>
              <a:srgbClr val="FBD13E"/>
            </a:solidFill>
            <a:prstDash val="solid"/>
            <a:miter/>
          </a:ln>
        </p:spPr>
      </p:cxnSp>
      <p:sp>
        <p:nvSpPr>
          <p:cNvPr id="6" name="正方形/長方形 20">
            <a:extLst>
              <a:ext uri="{FF2B5EF4-FFF2-40B4-BE49-F238E27FC236}">
                <a16:creationId xmlns:a16="http://schemas.microsoft.com/office/drawing/2014/main" id="{ACDA631B-C71A-693B-01EF-29ABCB17FCEE}"/>
              </a:ext>
            </a:extLst>
          </p:cNvPr>
          <p:cNvSpPr/>
          <p:nvPr/>
        </p:nvSpPr>
        <p:spPr>
          <a:xfrm>
            <a:off x="327528" y="0"/>
            <a:ext cx="71999" cy="1079997"/>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30">
            <a:extLst>
              <a:ext uri="{FF2B5EF4-FFF2-40B4-BE49-F238E27FC236}">
                <a16:creationId xmlns:a16="http://schemas.microsoft.com/office/drawing/2014/main" id="{1CCD2D0F-B1CC-2452-283E-87024A5696A9}"/>
              </a:ext>
            </a:extLst>
          </p:cNvPr>
          <p:cNvSpPr/>
          <p:nvPr/>
        </p:nvSpPr>
        <p:spPr>
          <a:xfrm>
            <a:off x="431999" y="0"/>
            <a:ext cx="35999" cy="359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正方形/長方形 31">
            <a:extLst>
              <a:ext uri="{FF2B5EF4-FFF2-40B4-BE49-F238E27FC236}">
                <a16:creationId xmlns:a16="http://schemas.microsoft.com/office/drawing/2014/main" id="{F8A86C24-62C4-E53C-6E90-1E299C24E9AF}"/>
              </a:ext>
            </a:extLst>
          </p:cNvPr>
          <p:cNvSpPr/>
          <p:nvPr/>
        </p:nvSpPr>
        <p:spPr>
          <a:xfrm>
            <a:off x="503998" y="0"/>
            <a:ext cx="35999" cy="359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9" name="正方形/長方形 32">
            <a:extLst>
              <a:ext uri="{FF2B5EF4-FFF2-40B4-BE49-F238E27FC236}">
                <a16:creationId xmlns:a16="http://schemas.microsoft.com/office/drawing/2014/main" id="{0C2D7AAC-C2D6-0652-8123-C757CAC24A98}"/>
              </a:ext>
            </a:extLst>
          </p:cNvPr>
          <p:cNvSpPr/>
          <p:nvPr/>
        </p:nvSpPr>
        <p:spPr>
          <a:xfrm>
            <a:off x="575998" y="0"/>
            <a:ext cx="35999" cy="359999"/>
          </a:xfrm>
          <a:prstGeom prst="rect">
            <a:avLst/>
          </a:prstGeom>
          <a:solidFill>
            <a:srgbClr val="0057BA"/>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10" name="Title 1">
            <a:extLst>
              <a:ext uri="{FF2B5EF4-FFF2-40B4-BE49-F238E27FC236}">
                <a16:creationId xmlns:a16="http://schemas.microsoft.com/office/drawing/2014/main" id="{E238CAA4-DC42-9839-E021-F40BEB1F146C}"/>
              </a:ext>
            </a:extLst>
          </p:cNvPr>
          <p:cNvSpPr txBox="1">
            <a:spLocks noGrp="1"/>
          </p:cNvSpPr>
          <p:nvPr>
            <p:ph type="title"/>
          </p:nvPr>
        </p:nvSpPr>
        <p:spPr>
          <a:xfrm>
            <a:off x="399528" y="430344"/>
            <a:ext cx="10101184" cy="613050"/>
          </a:xfrm>
        </p:spPr>
        <p:txBody>
          <a:bodyPr>
            <a:noAutofit/>
          </a:bodyPr>
          <a:lstStyle>
            <a:lvl1pPr>
              <a:defRPr sz="2800" b="1">
                <a:latin typeface="游ゴシック" pitchFamily="34"/>
                <a:ea typeface="游ゴシック" pitchFamily="34"/>
              </a:defRPr>
            </a:lvl1pPr>
          </a:lstStyle>
          <a:p>
            <a:pPr lvl="0"/>
            <a:r>
              <a:rPr lang="ja-JP"/>
              <a:t>見出しが入ります</a:t>
            </a:r>
            <a:endParaRPr lang="en-US"/>
          </a:p>
        </p:txBody>
      </p:sp>
      <p:pic>
        <p:nvPicPr>
          <p:cNvPr id="11" name="図 16">
            <a:extLst>
              <a:ext uri="{FF2B5EF4-FFF2-40B4-BE49-F238E27FC236}">
                <a16:creationId xmlns:a16="http://schemas.microsoft.com/office/drawing/2014/main" id="{5F835099-F6B0-3B7E-3466-3AD3F31622F4}"/>
              </a:ext>
            </a:extLst>
          </p:cNvPr>
          <p:cNvPicPr>
            <a:picLocks noChangeAspect="1"/>
          </p:cNvPicPr>
          <p:nvPr/>
        </p:nvPicPr>
        <p:blipFill>
          <a:blip r:embed="rId2"/>
          <a:stretch>
            <a:fillRect/>
          </a:stretch>
        </p:blipFill>
        <p:spPr>
          <a:xfrm>
            <a:off x="9336472" y="27294"/>
            <a:ext cx="1164241" cy="321914"/>
          </a:xfrm>
          <a:prstGeom prst="rect">
            <a:avLst/>
          </a:prstGeom>
          <a:noFill/>
          <a:ln cap="flat">
            <a:noFill/>
          </a:ln>
        </p:spPr>
      </p:pic>
      <p:sp>
        <p:nvSpPr>
          <p:cNvPr id="12" name="Slide Number Placeholder 5">
            <a:extLst>
              <a:ext uri="{FF2B5EF4-FFF2-40B4-BE49-F238E27FC236}">
                <a16:creationId xmlns:a16="http://schemas.microsoft.com/office/drawing/2014/main" id="{8216A5D1-FA66-7D20-68B4-AFED86D9950B}"/>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369F36D1-5BAD-4045-B7CE-54E3857C8555}" type="slidenum">
              <a:t>‹#›</a:t>
            </a:fld>
            <a:endParaRPr lang="en-US"/>
          </a:p>
        </p:txBody>
      </p:sp>
      <p:pic>
        <p:nvPicPr>
          <p:cNvPr id="13" name="図 22">
            <a:extLst>
              <a:ext uri="{FF2B5EF4-FFF2-40B4-BE49-F238E27FC236}">
                <a16:creationId xmlns:a16="http://schemas.microsoft.com/office/drawing/2014/main" id="{CC2E54AB-C0B9-2D43-6EA0-D20EAA287BAE}"/>
              </a:ext>
            </a:extLst>
          </p:cNvPr>
          <p:cNvPicPr>
            <a:picLocks noChangeAspect="1"/>
          </p:cNvPicPr>
          <p:nvPr/>
        </p:nvPicPr>
        <p:blipFill>
          <a:blip r:embed="rId3"/>
          <a:stretch>
            <a:fillRect/>
          </a:stretch>
        </p:blipFill>
        <p:spPr>
          <a:xfrm>
            <a:off x="3885404" y="7309594"/>
            <a:ext cx="2920995" cy="165104"/>
          </a:xfrm>
          <a:prstGeom prst="rect">
            <a:avLst/>
          </a:prstGeom>
          <a:noFill/>
          <a:ln cap="flat">
            <a:noFill/>
          </a:ln>
        </p:spPr>
      </p:pic>
      <p:sp>
        <p:nvSpPr>
          <p:cNvPr id="14" name="Subtitle 2">
            <a:extLst>
              <a:ext uri="{FF2B5EF4-FFF2-40B4-BE49-F238E27FC236}">
                <a16:creationId xmlns:a16="http://schemas.microsoft.com/office/drawing/2014/main" id="{7E5230E8-E9DA-2902-4B9A-A7C22C457293}"/>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1001620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見出し　紺色">
    <p:spTree>
      <p:nvGrpSpPr>
        <p:cNvPr id="1" name=""/>
        <p:cNvGrpSpPr/>
        <p:nvPr/>
      </p:nvGrpSpPr>
      <p:grpSpPr>
        <a:xfrm>
          <a:off x="0" y="0"/>
          <a:ext cx="0" cy="0"/>
          <a:chOff x="0" y="0"/>
          <a:chExt cx="0" cy="0"/>
        </a:xfrm>
      </p:grpSpPr>
      <p:sp>
        <p:nvSpPr>
          <p:cNvPr id="2" name="正方形/長方形 17">
            <a:extLst>
              <a:ext uri="{FF2B5EF4-FFF2-40B4-BE49-F238E27FC236}">
                <a16:creationId xmlns:a16="http://schemas.microsoft.com/office/drawing/2014/main" id="{A0BBB0A7-1268-58A4-AE30-311E375B4862}"/>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3" name="直線コネクタ 22">
            <a:extLst>
              <a:ext uri="{FF2B5EF4-FFF2-40B4-BE49-F238E27FC236}">
                <a16:creationId xmlns:a16="http://schemas.microsoft.com/office/drawing/2014/main" id="{12A8B6B4-3500-C99D-C3AD-507026CC4F58}"/>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4" name="正方形/長方形 11">
            <a:extLst>
              <a:ext uri="{FF2B5EF4-FFF2-40B4-BE49-F238E27FC236}">
                <a16:creationId xmlns:a16="http://schemas.microsoft.com/office/drawing/2014/main" id="{529F83BB-F53A-1D89-6292-D26F8EDFBC6E}"/>
              </a:ext>
            </a:extLst>
          </p:cNvPr>
          <p:cNvSpPr/>
          <p:nvPr/>
        </p:nvSpPr>
        <p:spPr>
          <a:xfrm>
            <a:off x="666003" y="3600001"/>
            <a:ext cx="719998" cy="35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5" name="正方形/長方形 12">
            <a:extLst>
              <a:ext uri="{FF2B5EF4-FFF2-40B4-BE49-F238E27FC236}">
                <a16:creationId xmlns:a16="http://schemas.microsoft.com/office/drawing/2014/main" id="{60920373-5EDE-A216-8A67-FABE22CAAA38}"/>
              </a:ext>
            </a:extLst>
          </p:cNvPr>
          <p:cNvSpPr/>
          <p:nvPr/>
        </p:nvSpPr>
        <p:spPr>
          <a:xfrm>
            <a:off x="1386001" y="3600001"/>
            <a:ext cx="719998" cy="35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13">
            <a:extLst>
              <a:ext uri="{FF2B5EF4-FFF2-40B4-BE49-F238E27FC236}">
                <a16:creationId xmlns:a16="http://schemas.microsoft.com/office/drawing/2014/main" id="{087D90BB-4DB6-DB0D-B4BF-2CB67A7B025E}"/>
              </a:ext>
            </a:extLst>
          </p:cNvPr>
          <p:cNvSpPr/>
          <p:nvPr/>
        </p:nvSpPr>
        <p:spPr>
          <a:xfrm>
            <a:off x="2106000" y="3600001"/>
            <a:ext cx="719998" cy="35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14">
            <a:extLst>
              <a:ext uri="{FF2B5EF4-FFF2-40B4-BE49-F238E27FC236}">
                <a16:creationId xmlns:a16="http://schemas.microsoft.com/office/drawing/2014/main" id="{A75BD476-2392-0A14-1B15-FC8DB1D109FD}"/>
              </a:ext>
            </a:extLst>
          </p:cNvPr>
          <p:cNvSpPr/>
          <p:nvPr/>
        </p:nvSpPr>
        <p:spPr>
          <a:xfrm>
            <a:off x="2825998" y="3600001"/>
            <a:ext cx="7200003" cy="35999"/>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Title 1">
            <a:extLst>
              <a:ext uri="{FF2B5EF4-FFF2-40B4-BE49-F238E27FC236}">
                <a16:creationId xmlns:a16="http://schemas.microsoft.com/office/drawing/2014/main" id="{70F4A9DB-358F-2508-9062-0CCCAD14A6AB}"/>
              </a:ext>
            </a:extLst>
          </p:cNvPr>
          <p:cNvSpPr txBox="1">
            <a:spLocks noGrp="1"/>
          </p:cNvSpPr>
          <p:nvPr>
            <p:ph type="title"/>
          </p:nvPr>
        </p:nvSpPr>
        <p:spPr>
          <a:xfrm>
            <a:off x="801883" y="3013798"/>
            <a:ext cx="9088038" cy="567266"/>
          </a:xfrm>
        </p:spPr>
        <p:txBody>
          <a:bodyPr anchor="b" anchorCtr="1"/>
          <a:lstStyle>
            <a:lvl1pPr algn="ctr">
              <a:defRPr sz="3200" b="1">
                <a:latin typeface="游ゴシック" pitchFamily="50"/>
                <a:ea typeface="游ゴシック" pitchFamily="50"/>
              </a:defRPr>
            </a:lvl1pPr>
          </a:lstStyle>
          <a:p>
            <a:pPr lvl="0"/>
            <a:r>
              <a:rPr lang="ja-JP"/>
              <a:t>タイトルが入ります</a:t>
            </a:r>
            <a:endParaRPr lang="en-US"/>
          </a:p>
        </p:txBody>
      </p:sp>
      <p:sp>
        <p:nvSpPr>
          <p:cNvPr id="9" name="Subtitle 2">
            <a:extLst>
              <a:ext uri="{FF2B5EF4-FFF2-40B4-BE49-F238E27FC236}">
                <a16:creationId xmlns:a16="http://schemas.microsoft.com/office/drawing/2014/main" id="{F136E5E6-A9DF-F21E-8CBC-BA7EF75D6312}"/>
              </a:ext>
            </a:extLst>
          </p:cNvPr>
          <p:cNvSpPr txBox="1">
            <a:spLocks noGrp="1"/>
          </p:cNvSpPr>
          <p:nvPr>
            <p:ph type="subTitle" idx="4294967295"/>
          </p:nvPr>
        </p:nvSpPr>
        <p:spPr>
          <a:xfrm>
            <a:off x="1336477" y="3713552"/>
            <a:ext cx="8018858" cy="402482"/>
          </a:xfrm>
        </p:spPr>
        <p:txBody>
          <a:bodyPr anchorCtr="1"/>
          <a:lstStyle>
            <a:lvl1pPr marL="0" indent="0" algn="ctr">
              <a:buNone/>
              <a:defRPr sz="2400"/>
            </a:lvl1pPr>
          </a:lstStyle>
          <a:p>
            <a:pPr lvl="0"/>
            <a:r>
              <a:rPr lang="ja-JP"/>
              <a:t>サブタイトルが入ります</a:t>
            </a:r>
            <a:endParaRPr lang="en-US"/>
          </a:p>
        </p:txBody>
      </p:sp>
      <p:sp>
        <p:nvSpPr>
          <p:cNvPr id="10" name="Slide Number Placeholder 5">
            <a:extLst>
              <a:ext uri="{FF2B5EF4-FFF2-40B4-BE49-F238E27FC236}">
                <a16:creationId xmlns:a16="http://schemas.microsoft.com/office/drawing/2014/main" id="{A17383AC-38B2-02F0-A94E-39A9DA924C6F}"/>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D45FB087-3075-514E-BD00-C91A3BA8C070}" type="slidenum">
              <a:t>‹#›</a:t>
            </a:fld>
            <a:endParaRPr lang="en-US"/>
          </a:p>
        </p:txBody>
      </p:sp>
      <p:pic>
        <p:nvPicPr>
          <p:cNvPr id="11" name="図 19">
            <a:extLst>
              <a:ext uri="{FF2B5EF4-FFF2-40B4-BE49-F238E27FC236}">
                <a16:creationId xmlns:a16="http://schemas.microsoft.com/office/drawing/2014/main" id="{8BDC95A1-4088-1888-66A5-CA9CADE893C0}"/>
              </a:ext>
            </a:extLst>
          </p:cNvPr>
          <p:cNvPicPr>
            <a:picLocks noChangeAspect="1"/>
          </p:cNvPicPr>
          <p:nvPr/>
        </p:nvPicPr>
        <p:blipFill>
          <a:blip r:embed="rId2"/>
          <a:stretch>
            <a:fillRect/>
          </a:stretch>
        </p:blipFill>
        <p:spPr>
          <a:xfrm>
            <a:off x="3885404" y="7309594"/>
            <a:ext cx="2920995" cy="165104"/>
          </a:xfrm>
          <a:prstGeom prst="rect">
            <a:avLst/>
          </a:prstGeom>
          <a:noFill/>
          <a:ln cap="flat">
            <a:noFill/>
          </a:ln>
        </p:spPr>
      </p:pic>
      <p:sp>
        <p:nvSpPr>
          <p:cNvPr id="12" name="Subtitle 2">
            <a:extLst>
              <a:ext uri="{FF2B5EF4-FFF2-40B4-BE49-F238E27FC236}">
                <a16:creationId xmlns:a16="http://schemas.microsoft.com/office/drawing/2014/main" id="{83E128C5-B258-14B6-D9E9-40DDAB0AA88D}"/>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2137082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_タイトルとコンテンツ　紺色">
    <p:spTree>
      <p:nvGrpSpPr>
        <p:cNvPr id="1" name=""/>
        <p:cNvGrpSpPr/>
        <p:nvPr/>
      </p:nvGrpSpPr>
      <p:grpSpPr>
        <a:xfrm>
          <a:off x="0" y="0"/>
          <a:ext cx="0" cy="0"/>
          <a:chOff x="0" y="0"/>
          <a:chExt cx="0" cy="0"/>
        </a:xfrm>
      </p:grpSpPr>
      <p:sp>
        <p:nvSpPr>
          <p:cNvPr id="2" name="正方形/長方形 15">
            <a:extLst>
              <a:ext uri="{FF2B5EF4-FFF2-40B4-BE49-F238E27FC236}">
                <a16:creationId xmlns:a16="http://schemas.microsoft.com/office/drawing/2014/main" id="{7A091449-DD3A-4C7B-FE8D-A52B658D8B1F}"/>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3" name="Content Placeholder 2">
            <a:extLst>
              <a:ext uri="{FF2B5EF4-FFF2-40B4-BE49-F238E27FC236}">
                <a16:creationId xmlns:a16="http://schemas.microsoft.com/office/drawing/2014/main" id="{2C1F61DD-0F79-4E97-1B1F-814292120342}"/>
              </a:ext>
            </a:extLst>
          </p:cNvPr>
          <p:cNvSpPr txBox="1">
            <a:spLocks noGrp="1"/>
          </p:cNvSpPr>
          <p:nvPr>
            <p:ph idx="4294967295"/>
          </p:nvPr>
        </p:nvSpPr>
        <p:spPr>
          <a:xfrm>
            <a:off x="510948" y="1381566"/>
            <a:ext cx="9721187" cy="5278273"/>
          </a:xfrm>
        </p:spPr>
        <p:txBody>
          <a:bodyPr/>
          <a:lstStyle>
            <a:lvl1pPr>
              <a:defRPr/>
            </a:lvl1pPr>
            <a:lvl2pPr>
              <a:defRPr/>
            </a:lvl2pPr>
            <a:lvl3pPr>
              <a:defRPr/>
            </a:lvl3pPr>
            <a:lvl4pPr>
              <a:defRPr/>
            </a:lvl4pPr>
            <a:lvl5pPr>
              <a:defRPr/>
            </a:lvl5pPr>
          </a:lstStyle>
          <a:p>
            <a:pPr lvl="0"/>
            <a:r>
              <a:rPr lang="ja-JP"/>
              <a:t>マスター テキストの書式設定</a:t>
            </a:r>
          </a:p>
          <a:p>
            <a:pPr lvl="1"/>
            <a:r>
              <a:rPr lang="ja-JP"/>
              <a:t>第</a:t>
            </a:r>
            <a:r>
              <a:rPr lang="en-US"/>
              <a:t> 2 </a:t>
            </a:r>
            <a:r>
              <a:rPr lang="ja-JP"/>
              <a:t>レベル</a:t>
            </a:r>
          </a:p>
          <a:p>
            <a:pPr lvl="2"/>
            <a:r>
              <a:rPr lang="ja-JP"/>
              <a:t>第</a:t>
            </a:r>
            <a:r>
              <a:rPr lang="en-US"/>
              <a:t> 3 </a:t>
            </a:r>
            <a:r>
              <a:rPr lang="ja-JP"/>
              <a:t>レベル</a:t>
            </a:r>
          </a:p>
          <a:p>
            <a:pPr lvl="3"/>
            <a:r>
              <a:rPr lang="ja-JP"/>
              <a:t>第</a:t>
            </a:r>
            <a:r>
              <a:rPr lang="en-US"/>
              <a:t> 4 </a:t>
            </a:r>
            <a:r>
              <a:rPr lang="ja-JP"/>
              <a:t>レベル</a:t>
            </a:r>
          </a:p>
          <a:p>
            <a:pPr lvl="4"/>
            <a:r>
              <a:rPr lang="ja-JP"/>
              <a:t>第</a:t>
            </a:r>
            <a:r>
              <a:rPr lang="en-US"/>
              <a:t> 5 </a:t>
            </a:r>
            <a:r>
              <a:rPr lang="ja-JP"/>
              <a:t>レベル</a:t>
            </a:r>
            <a:endParaRPr lang="en-US"/>
          </a:p>
        </p:txBody>
      </p:sp>
      <p:cxnSp>
        <p:nvCxnSpPr>
          <p:cNvPr id="4" name="直線コネクタ 21">
            <a:extLst>
              <a:ext uri="{FF2B5EF4-FFF2-40B4-BE49-F238E27FC236}">
                <a16:creationId xmlns:a16="http://schemas.microsoft.com/office/drawing/2014/main" id="{965C57A0-5929-8DD3-CE11-A13335F2A19E}"/>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5" name="正方形/長方形 24">
            <a:extLst>
              <a:ext uri="{FF2B5EF4-FFF2-40B4-BE49-F238E27FC236}">
                <a16:creationId xmlns:a16="http://schemas.microsoft.com/office/drawing/2014/main" id="{7548250C-068C-D1BA-CDE1-EE3094F2EF72}"/>
              </a:ext>
            </a:extLst>
          </p:cNvPr>
          <p:cNvSpPr/>
          <p:nvPr/>
        </p:nvSpPr>
        <p:spPr>
          <a:xfrm>
            <a:off x="327528" y="0"/>
            <a:ext cx="71999" cy="1079997"/>
          </a:xfrm>
          <a:prstGeom prst="rect">
            <a:avLst/>
          </a:prstGeom>
          <a:solidFill>
            <a:srgbClr val="0057BA"/>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25">
            <a:extLst>
              <a:ext uri="{FF2B5EF4-FFF2-40B4-BE49-F238E27FC236}">
                <a16:creationId xmlns:a16="http://schemas.microsoft.com/office/drawing/2014/main" id="{E124B373-2FD2-6C9B-A777-D59E5C1BEDB3}"/>
              </a:ext>
            </a:extLst>
          </p:cNvPr>
          <p:cNvSpPr/>
          <p:nvPr/>
        </p:nvSpPr>
        <p:spPr>
          <a:xfrm>
            <a:off x="431999" y="0"/>
            <a:ext cx="35999" cy="359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26">
            <a:extLst>
              <a:ext uri="{FF2B5EF4-FFF2-40B4-BE49-F238E27FC236}">
                <a16:creationId xmlns:a16="http://schemas.microsoft.com/office/drawing/2014/main" id="{0EB5AE2C-9B0A-37DD-12FF-9F2125E9C063}"/>
              </a:ext>
            </a:extLst>
          </p:cNvPr>
          <p:cNvSpPr/>
          <p:nvPr/>
        </p:nvSpPr>
        <p:spPr>
          <a:xfrm>
            <a:off x="503998" y="0"/>
            <a:ext cx="35999" cy="359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正方形/長方形 27">
            <a:extLst>
              <a:ext uri="{FF2B5EF4-FFF2-40B4-BE49-F238E27FC236}">
                <a16:creationId xmlns:a16="http://schemas.microsoft.com/office/drawing/2014/main" id="{B5720E76-DED6-DF25-9618-D06434E82574}"/>
              </a:ext>
            </a:extLst>
          </p:cNvPr>
          <p:cNvSpPr/>
          <p:nvPr/>
        </p:nvSpPr>
        <p:spPr>
          <a:xfrm>
            <a:off x="575998" y="0"/>
            <a:ext cx="35999" cy="359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9" name="直線コネクタ 28">
            <a:extLst>
              <a:ext uri="{FF2B5EF4-FFF2-40B4-BE49-F238E27FC236}">
                <a16:creationId xmlns:a16="http://schemas.microsoft.com/office/drawing/2014/main" id="{F41C3561-1EC7-5536-7233-911B314C35B6}"/>
              </a:ext>
            </a:extLst>
          </p:cNvPr>
          <p:cNvCxnSpPr/>
          <p:nvPr/>
        </p:nvCxnSpPr>
        <p:spPr>
          <a:xfrm>
            <a:off x="-182" y="359999"/>
            <a:ext cx="10691996" cy="0"/>
          </a:xfrm>
          <a:prstGeom prst="straightConnector1">
            <a:avLst/>
          </a:prstGeom>
          <a:noFill/>
          <a:ln w="15873" cap="flat">
            <a:solidFill>
              <a:srgbClr val="0057BA"/>
            </a:solidFill>
            <a:prstDash val="solid"/>
            <a:miter/>
          </a:ln>
        </p:spPr>
      </p:cxnSp>
      <p:sp>
        <p:nvSpPr>
          <p:cNvPr id="10" name="Title 1">
            <a:extLst>
              <a:ext uri="{FF2B5EF4-FFF2-40B4-BE49-F238E27FC236}">
                <a16:creationId xmlns:a16="http://schemas.microsoft.com/office/drawing/2014/main" id="{B8F57C4F-A389-56CF-A75C-00D0A90A233C}"/>
              </a:ext>
            </a:extLst>
          </p:cNvPr>
          <p:cNvSpPr txBox="1">
            <a:spLocks noGrp="1"/>
          </p:cNvSpPr>
          <p:nvPr>
            <p:ph type="title"/>
          </p:nvPr>
        </p:nvSpPr>
        <p:spPr>
          <a:xfrm>
            <a:off x="399528" y="430344"/>
            <a:ext cx="10101184" cy="613050"/>
          </a:xfrm>
        </p:spPr>
        <p:txBody>
          <a:bodyPr>
            <a:noAutofit/>
          </a:bodyPr>
          <a:lstStyle>
            <a:lvl1pPr>
              <a:defRPr sz="2800" b="1">
                <a:latin typeface="游ゴシック" pitchFamily="34"/>
                <a:ea typeface="游ゴシック" pitchFamily="34"/>
              </a:defRPr>
            </a:lvl1pPr>
          </a:lstStyle>
          <a:p>
            <a:pPr lvl="0"/>
            <a:r>
              <a:rPr lang="ja-JP"/>
              <a:t>見出しが入ります</a:t>
            </a:r>
            <a:endParaRPr lang="en-US"/>
          </a:p>
        </p:txBody>
      </p:sp>
      <p:pic>
        <p:nvPicPr>
          <p:cNvPr id="11" name="図 16">
            <a:extLst>
              <a:ext uri="{FF2B5EF4-FFF2-40B4-BE49-F238E27FC236}">
                <a16:creationId xmlns:a16="http://schemas.microsoft.com/office/drawing/2014/main" id="{B0A72B1B-5DA4-E188-C207-65B6263D87C8}"/>
              </a:ext>
            </a:extLst>
          </p:cNvPr>
          <p:cNvPicPr>
            <a:picLocks noChangeAspect="1"/>
          </p:cNvPicPr>
          <p:nvPr/>
        </p:nvPicPr>
        <p:blipFill>
          <a:blip r:embed="rId2"/>
          <a:stretch>
            <a:fillRect/>
          </a:stretch>
        </p:blipFill>
        <p:spPr>
          <a:xfrm>
            <a:off x="9336472" y="27294"/>
            <a:ext cx="1164241" cy="321914"/>
          </a:xfrm>
          <a:prstGeom prst="rect">
            <a:avLst/>
          </a:prstGeom>
          <a:noFill/>
          <a:ln cap="flat">
            <a:noFill/>
          </a:ln>
        </p:spPr>
      </p:pic>
      <p:sp>
        <p:nvSpPr>
          <p:cNvPr id="12" name="Slide Number Placeholder 5">
            <a:extLst>
              <a:ext uri="{FF2B5EF4-FFF2-40B4-BE49-F238E27FC236}">
                <a16:creationId xmlns:a16="http://schemas.microsoft.com/office/drawing/2014/main" id="{BFCC3E58-FBB1-8F5E-0CE8-C6917C4C1AFE}"/>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53B3784E-79CC-4540-8FBC-123B41A378A3}" type="slidenum">
              <a:t>‹#›</a:t>
            </a:fld>
            <a:endParaRPr lang="en-US"/>
          </a:p>
        </p:txBody>
      </p:sp>
      <p:pic>
        <p:nvPicPr>
          <p:cNvPr id="13" name="図 19">
            <a:extLst>
              <a:ext uri="{FF2B5EF4-FFF2-40B4-BE49-F238E27FC236}">
                <a16:creationId xmlns:a16="http://schemas.microsoft.com/office/drawing/2014/main" id="{90E2B475-1FDC-6BAB-DE5F-64D69355E4B8}"/>
              </a:ext>
            </a:extLst>
          </p:cNvPr>
          <p:cNvPicPr>
            <a:picLocks noChangeAspect="1"/>
          </p:cNvPicPr>
          <p:nvPr/>
        </p:nvPicPr>
        <p:blipFill>
          <a:blip r:embed="rId3"/>
          <a:stretch>
            <a:fillRect/>
          </a:stretch>
        </p:blipFill>
        <p:spPr>
          <a:xfrm>
            <a:off x="3885404" y="7309594"/>
            <a:ext cx="2920995" cy="165104"/>
          </a:xfrm>
          <a:prstGeom prst="rect">
            <a:avLst/>
          </a:prstGeom>
          <a:noFill/>
          <a:ln cap="flat">
            <a:noFill/>
          </a:ln>
        </p:spPr>
      </p:pic>
      <p:sp>
        <p:nvSpPr>
          <p:cNvPr id="14" name="Subtitle 2">
            <a:extLst>
              <a:ext uri="{FF2B5EF4-FFF2-40B4-BE49-F238E27FC236}">
                <a16:creationId xmlns:a16="http://schemas.microsoft.com/office/drawing/2014/main" id="{94B34B0F-3A95-35D1-2FB7-98E16240E6E9}"/>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36912537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最終ページ　機構名">
    <p:spTree>
      <p:nvGrpSpPr>
        <p:cNvPr id="1" name=""/>
        <p:cNvGrpSpPr/>
        <p:nvPr/>
      </p:nvGrpSpPr>
      <p:grpSpPr>
        <a:xfrm>
          <a:off x="0" y="0"/>
          <a:ext cx="0" cy="0"/>
          <a:chOff x="0" y="0"/>
          <a:chExt cx="0" cy="0"/>
        </a:xfrm>
      </p:grpSpPr>
      <p:pic>
        <p:nvPicPr>
          <p:cNvPr id="2" name="図 2">
            <a:extLst>
              <a:ext uri="{FF2B5EF4-FFF2-40B4-BE49-F238E27FC236}">
                <a16:creationId xmlns:a16="http://schemas.microsoft.com/office/drawing/2014/main" id="{75082A31-C168-D6C6-AC8A-A3773D30ACC8}"/>
              </a:ext>
            </a:extLst>
          </p:cNvPr>
          <p:cNvPicPr>
            <a:picLocks noChangeAspect="1"/>
          </p:cNvPicPr>
          <p:nvPr/>
        </p:nvPicPr>
        <p:blipFill>
          <a:blip r:embed="rId2"/>
          <a:srcRect/>
          <a:stretch>
            <a:fillRect/>
          </a:stretch>
        </p:blipFill>
        <p:spPr>
          <a:xfrm>
            <a:off x="-8723" y="-134389"/>
            <a:ext cx="10697894" cy="7559673"/>
          </a:xfrm>
          <a:prstGeom prst="rect">
            <a:avLst/>
          </a:prstGeom>
          <a:noFill/>
          <a:ln cap="flat">
            <a:noFill/>
          </a:ln>
        </p:spPr>
      </p:pic>
      <p:sp>
        <p:nvSpPr>
          <p:cNvPr id="3" name="正方形/長方形 17">
            <a:extLst>
              <a:ext uri="{FF2B5EF4-FFF2-40B4-BE49-F238E27FC236}">
                <a16:creationId xmlns:a16="http://schemas.microsoft.com/office/drawing/2014/main" id="{A8DD3423-FB3B-937B-2C87-80D077A11B0D}"/>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4" name="直線コネクタ 18">
            <a:extLst>
              <a:ext uri="{FF2B5EF4-FFF2-40B4-BE49-F238E27FC236}">
                <a16:creationId xmlns:a16="http://schemas.microsoft.com/office/drawing/2014/main" id="{027AEC8D-9664-EC85-66CC-ADE8AFAD344A}"/>
              </a:ext>
            </a:extLst>
          </p:cNvPr>
          <p:cNvCxnSpPr/>
          <p:nvPr/>
        </p:nvCxnSpPr>
        <p:spPr>
          <a:xfrm>
            <a:off x="-5779" y="4171895"/>
            <a:ext cx="10692006" cy="0"/>
          </a:xfrm>
          <a:prstGeom prst="straightConnector1">
            <a:avLst/>
          </a:prstGeom>
          <a:noFill/>
          <a:ln w="7616" cap="flat">
            <a:solidFill>
              <a:srgbClr val="004198"/>
            </a:solidFill>
            <a:prstDash val="solid"/>
            <a:miter/>
          </a:ln>
        </p:spPr>
      </p:cxnSp>
      <p:cxnSp>
        <p:nvCxnSpPr>
          <p:cNvPr id="5" name="直線コネクタ 19">
            <a:extLst>
              <a:ext uri="{FF2B5EF4-FFF2-40B4-BE49-F238E27FC236}">
                <a16:creationId xmlns:a16="http://schemas.microsoft.com/office/drawing/2014/main" id="{0555994C-B100-08B3-29B2-0B5250F54793}"/>
              </a:ext>
            </a:extLst>
          </p:cNvPr>
          <p:cNvCxnSpPr/>
          <p:nvPr/>
        </p:nvCxnSpPr>
        <p:spPr>
          <a:xfrm>
            <a:off x="-103025" y="7155938"/>
            <a:ext cx="10692005" cy="0"/>
          </a:xfrm>
          <a:prstGeom prst="straightConnector1">
            <a:avLst/>
          </a:prstGeom>
          <a:noFill/>
          <a:ln w="7616" cap="flat">
            <a:solidFill>
              <a:srgbClr val="004198"/>
            </a:solidFill>
            <a:prstDash val="solid"/>
            <a:miter/>
          </a:ln>
        </p:spPr>
      </p:cxnSp>
      <p:sp>
        <p:nvSpPr>
          <p:cNvPr id="6" name="Subtitle 2">
            <a:extLst>
              <a:ext uri="{FF2B5EF4-FFF2-40B4-BE49-F238E27FC236}">
                <a16:creationId xmlns:a16="http://schemas.microsoft.com/office/drawing/2014/main" id="{66145D53-E3C5-D7E8-12A1-2565394935FB}"/>
              </a:ext>
            </a:extLst>
          </p:cNvPr>
          <p:cNvSpPr txBox="1"/>
          <p:nvPr/>
        </p:nvSpPr>
        <p:spPr>
          <a:xfrm>
            <a:off x="1349087" y="1790925"/>
            <a:ext cx="8018858" cy="402482"/>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800" b="1" i="0" u="none" strike="noStrike" kern="1200" cap="none" spc="0" baseline="0">
                <a:solidFill>
                  <a:srgbClr val="000000"/>
                </a:solidFill>
                <a:uFillTx/>
                <a:latin typeface="游ゴシック" pitchFamily="34"/>
                <a:ea typeface="游ゴシック" pitchFamily="34"/>
              </a:rPr>
              <a:t>心豊かな未来を</a:t>
            </a:r>
            <a:r>
              <a:rPr lang="en-US" sz="1800" b="1" i="0" u="none" strike="noStrike" kern="1200" cap="none" spc="0" baseline="0">
                <a:solidFill>
                  <a:srgbClr val="000000"/>
                </a:solidFill>
                <a:uFillTx/>
                <a:latin typeface="游ゴシック" pitchFamily="34"/>
                <a:ea typeface="游ゴシック" pitchFamily="34"/>
              </a:rPr>
              <a:t>SuMPO</a:t>
            </a:r>
            <a:r>
              <a:rPr lang="ja-JP" sz="1800" b="1" i="0" u="none" strike="noStrike" kern="1200" cap="none" spc="0" baseline="0">
                <a:solidFill>
                  <a:srgbClr val="000000"/>
                </a:solidFill>
                <a:uFillTx/>
                <a:latin typeface="游ゴシック" pitchFamily="34"/>
                <a:ea typeface="游ゴシック" pitchFamily="34"/>
              </a:rPr>
              <a:t>の業で創ります</a:t>
            </a:r>
            <a:endParaRPr lang="en-US" sz="1800" b="1" i="0" u="none" strike="noStrike" kern="1200" cap="none" spc="0" baseline="0">
              <a:solidFill>
                <a:srgbClr val="000000"/>
              </a:solidFill>
              <a:uFillTx/>
            </a:endParaRPr>
          </a:p>
        </p:txBody>
      </p:sp>
      <p:sp>
        <p:nvSpPr>
          <p:cNvPr id="7" name="Subtitle 2">
            <a:extLst>
              <a:ext uri="{FF2B5EF4-FFF2-40B4-BE49-F238E27FC236}">
                <a16:creationId xmlns:a16="http://schemas.microsoft.com/office/drawing/2014/main" id="{114CF2F4-0B6E-163E-4B33-4C1B6F51AB42}"/>
              </a:ext>
            </a:extLst>
          </p:cNvPr>
          <p:cNvSpPr txBox="1"/>
          <p:nvPr/>
        </p:nvSpPr>
        <p:spPr>
          <a:xfrm>
            <a:off x="4894627" y="1602787"/>
            <a:ext cx="854616" cy="267617"/>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050" b="0" i="0" u="none" strike="noStrike" kern="1200" cap="none" spc="0" baseline="0">
                <a:solidFill>
                  <a:srgbClr val="000000"/>
                </a:solidFill>
                <a:uFillTx/>
                <a:latin typeface="Calibri"/>
                <a:ea typeface="游ゴシック" pitchFamily="34"/>
              </a:rPr>
              <a:t>さんぽ</a:t>
            </a:r>
            <a:endParaRPr lang="en-US" sz="1050" b="0" i="0" u="none" strike="noStrike" kern="1200" cap="none" spc="0" baseline="0">
              <a:solidFill>
                <a:srgbClr val="000000"/>
              </a:solidFill>
              <a:uFillTx/>
              <a:latin typeface="Calibri"/>
            </a:endParaRPr>
          </a:p>
        </p:txBody>
      </p:sp>
      <p:sp>
        <p:nvSpPr>
          <p:cNvPr id="8" name="Subtitle 2">
            <a:extLst>
              <a:ext uri="{FF2B5EF4-FFF2-40B4-BE49-F238E27FC236}">
                <a16:creationId xmlns:a16="http://schemas.microsoft.com/office/drawing/2014/main" id="{82C953A5-1E8D-0F53-1798-AFA724638ABA}"/>
              </a:ext>
            </a:extLst>
          </p:cNvPr>
          <p:cNvSpPr txBox="1"/>
          <p:nvPr/>
        </p:nvSpPr>
        <p:spPr>
          <a:xfrm>
            <a:off x="5664625" y="1602787"/>
            <a:ext cx="854616" cy="267617"/>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050" b="0" i="0" u="none" strike="noStrike" kern="1200" cap="none" spc="0" baseline="0">
                <a:solidFill>
                  <a:srgbClr val="000000"/>
                </a:solidFill>
                <a:uFillTx/>
                <a:latin typeface="Calibri"/>
                <a:ea typeface="游ゴシック" pitchFamily="34"/>
              </a:rPr>
              <a:t>わざ</a:t>
            </a:r>
            <a:endParaRPr lang="en-US" sz="1050" b="0" i="0" u="none" strike="noStrike" kern="1200" cap="none" spc="0" baseline="0">
              <a:solidFill>
                <a:srgbClr val="000000"/>
              </a:solidFill>
              <a:uFillTx/>
              <a:latin typeface="Calibri"/>
            </a:endParaRPr>
          </a:p>
        </p:txBody>
      </p:sp>
      <p:sp>
        <p:nvSpPr>
          <p:cNvPr id="9" name="Subtitle 2">
            <a:extLst>
              <a:ext uri="{FF2B5EF4-FFF2-40B4-BE49-F238E27FC236}">
                <a16:creationId xmlns:a16="http://schemas.microsoft.com/office/drawing/2014/main" id="{AB574452-C370-8DDC-1DE3-8044FC8A6E6F}"/>
              </a:ext>
            </a:extLst>
          </p:cNvPr>
          <p:cNvSpPr txBox="1"/>
          <p:nvPr/>
        </p:nvSpPr>
        <p:spPr>
          <a:xfrm>
            <a:off x="1349087" y="4238271"/>
            <a:ext cx="8018858" cy="402482"/>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2000" b="1" i="0" u="none" strike="noStrike" kern="1200" cap="none" spc="0" baseline="0">
                <a:solidFill>
                  <a:srgbClr val="000000"/>
                </a:solidFill>
                <a:uFillTx/>
                <a:latin typeface="游ゴシック" pitchFamily="34"/>
                <a:ea typeface="游ゴシック" pitchFamily="34"/>
              </a:rPr>
              <a:t>一般社団法人サステナブル経営推進機構</a:t>
            </a:r>
            <a:endParaRPr lang="en-US" sz="2000" b="1" i="0" u="none" strike="noStrike" kern="1200" cap="none" spc="0" baseline="0">
              <a:solidFill>
                <a:srgbClr val="000000"/>
              </a:solidFill>
              <a:uFillTx/>
            </a:endParaRPr>
          </a:p>
        </p:txBody>
      </p:sp>
      <p:sp>
        <p:nvSpPr>
          <p:cNvPr id="10" name="正方形/長方形 21">
            <a:extLst>
              <a:ext uri="{FF2B5EF4-FFF2-40B4-BE49-F238E27FC236}">
                <a16:creationId xmlns:a16="http://schemas.microsoft.com/office/drawing/2014/main" id="{0FE38F54-769B-A094-5467-3B03A8C1F2A0}"/>
              </a:ext>
            </a:extLst>
          </p:cNvPr>
          <p:cNvSpPr/>
          <p:nvPr/>
        </p:nvSpPr>
        <p:spPr>
          <a:xfrm>
            <a:off x="-10543" y="-136785"/>
            <a:ext cx="10705914"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pic>
        <p:nvPicPr>
          <p:cNvPr id="11" name="図 15">
            <a:extLst>
              <a:ext uri="{FF2B5EF4-FFF2-40B4-BE49-F238E27FC236}">
                <a16:creationId xmlns:a16="http://schemas.microsoft.com/office/drawing/2014/main" id="{25C6B963-7DB3-B742-5FCA-366FBC4F78AE}"/>
              </a:ext>
            </a:extLst>
          </p:cNvPr>
          <p:cNvPicPr>
            <a:picLocks noChangeAspect="1"/>
          </p:cNvPicPr>
          <p:nvPr/>
        </p:nvPicPr>
        <p:blipFill>
          <a:blip r:embed="rId3"/>
          <a:stretch>
            <a:fillRect/>
          </a:stretch>
        </p:blipFill>
        <p:spPr>
          <a:xfrm>
            <a:off x="3246604" y="3855156"/>
            <a:ext cx="4223823" cy="262057"/>
          </a:xfrm>
          <a:prstGeom prst="rect">
            <a:avLst/>
          </a:prstGeom>
          <a:noFill/>
          <a:ln cap="flat">
            <a:noFill/>
          </a:ln>
        </p:spPr>
      </p:pic>
      <p:sp>
        <p:nvSpPr>
          <p:cNvPr id="12" name="Subtitle 2">
            <a:extLst>
              <a:ext uri="{FF2B5EF4-FFF2-40B4-BE49-F238E27FC236}">
                <a16:creationId xmlns:a16="http://schemas.microsoft.com/office/drawing/2014/main" id="{2076600F-9FF1-C355-019F-6DB5BE3BB1B2}"/>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
        <p:nvSpPr>
          <p:cNvPr id="13" name="Subtitle 2">
            <a:extLst>
              <a:ext uri="{FF2B5EF4-FFF2-40B4-BE49-F238E27FC236}">
                <a16:creationId xmlns:a16="http://schemas.microsoft.com/office/drawing/2014/main" id="{D2311CE0-1963-D5F6-EDA3-D8F010A5702B}"/>
              </a:ext>
            </a:extLst>
          </p:cNvPr>
          <p:cNvSpPr txBox="1"/>
          <p:nvPr/>
        </p:nvSpPr>
        <p:spPr>
          <a:xfrm>
            <a:off x="1309420" y="5012813"/>
            <a:ext cx="3910870"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101-0047 </a:t>
            </a:r>
            <a:r>
              <a:rPr lang="ja-JP" sz="1200" b="1" i="0" u="none" strike="noStrike" kern="1200" cap="none" spc="0" baseline="0">
                <a:solidFill>
                  <a:srgbClr val="000000"/>
                </a:solidFill>
                <a:uFillTx/>
                <a:latin typeface="游ゴシック" pitchFamily="34"/>
                <a:ea typeface="游ゴシック" pitchFamily="34"/>
              </a:rPr>
              <a:t>東京都千代田区内神田一丁目</a:t>
            </a:r>
            <a:r>
              <a:rPr lang="en-US" sz="1200" b="1" i="0" u="none" strike="noStrike" kern="1200" cap="none" spc="0" baseline="0">
                <a:solidFill>
                  <a:srgbClr val="000000"/>
                </a:solidFill>
                <a:uFillTx/>
                <a:latin typeface="游ゴシック" pitchFamily="34"/>
                <a:ea typeface="游ゴシック" pitchFamily="34"/>
              </a:rPr>
              <a:t>14</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8</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000000"/>
                </a:solidFill>
                <a:uFillTx/>
                <a:latin typeface="游ゴシック" pitchFamily="34"/>
                <a:ea typeface="游ゴシック" pitchFamily="34"/>
              </a:rPr>
              <a:t>KANDA SQUARE GATE 4</a:t>
            </a:r>
            <a:r>
              <a:rPr lang="ja-JP" sz="1200" b="1" i="0" u="none" strike="noStrike" kern="1200" cap="none" spc="0" baseline="0">
                <a:solidFill>
                  <a:srgbClr val="000000"/>
                </a:solidFill>
                <a:uFillTx/>
                <a:latin typeface="游ゴシック" pitchFamily="34"/>
                <a:ea typeface="游ゴシック" pitchFamily="34"/>
              </a:rPr>
              <a:t>階</a:t>
            </a:r>
            <a:endParaRPr lang="en-US" sz="1200" b="1" i="0" u="none" strike="noStrike" kern="1200" cap="none" spc="0" baseline="0">
              <a:solidFill>
                <a:srgbClr val="000000"/>
              </a:solidFill>
              <a:uFillTx/>
              <a:latin typeface="游ゴシック" pitchFamily="34"/>
              <a:ea typeface="游ゴシック" pitchFamily="34"/>
            </a:endParaRPr>
          </a:p>
        </p:txBody>
      </p:sp>
      <p:sp>
        <p:nvSpPr>
          <p:cNvPr id="14" name="Subtitle 2">
            <a:extLst>
              <a:ext uri="{FF2B5EF4-FFF2-40B4-BE49-F238E27FC236}">
                <a16:creationId xmlns:a16="http://schemas.microsoft.com/office/drawing/2014/main" id="{F125F4B3-F12D-65EE-F467-FB0313C9FE0B}"/>
              </a:ext>
            </a:extLst>
          </p:cNvPr>
          <p:cNvSpPr txBox="1"/>
          <p:nvPr/>
        </p:nvSpPr>
        <p:spPr>
          <a:xfrm>
            <a:off x="5769982" y="5003779"/>
            <a:ext cx="4084048"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101-0052 </a:t>
            </a:r>
            <a:r>
              <a:rPr lang="ja-JP" sz="1200" b="1" i="0" u="none" strike="noStrike" kern="1200" cap="none" spc="0" baseline="0">
                <a:solidFill>
                  <a:srgbClr val="000000"/>
                </a:solidFill>
                <a:uFillTx/>
                <a:latin typeface="游ゴシック" pitchFamily="34"/>
                <a:ea typeface="游ゴシック" pitchFamily="34"/>
              </a:rPr>
              <a:t>東京都千代田区神田小川町二丁目</a:t>
            </a:r>
            <a:r>
              <a:rPr lang="en-US" sz="1200" b="1" i="0" u="none" strike="noStrike" kern="1200" cap="none" spc="0" baseline="0">
                <a:solidFill>
                  <a:srgbClr val="000000"/>
                </a:solidFill>
                <a:uFillTx/>
                <a:latin typeface="游ゴシック" pitchFamily="34"/>
                <a:ea typeface="游ゴシック" pitchFamily="34"/>
              </a:rPr>
              <a:t>4</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16</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いちご神田小川町ビル</a:t>
            </a:r>
            <a:r>
              <a:rPr lang="en-US" sz="1200" b="1" i="0" u="none" strike="noStrike" kern="1200" cap="none" spc="0" baseline="0">
                <a:solidFill>
                  <a:srgbClr val="000000"/>
                </a:solidFill>
                <a:uFillTx/>
                <a:latin typeface="游ゴシック" pitchFamily="34"/>
                <a:ea typeface="游ゴシック" pitchFamily="34"/>
              </a:rPr>
              <a:t> 3</a:t>
            </a:r>
            <a:r>
              <a:rPr lang="ja-JP" sz="1200" b="1" i="0" u="none" strike="noStrike" kern="1200" cap="none" spc="0" baseline="0">
                <a:solidFill>
                  <a:srgbClr val="000000"/>
                </a:solidFill>
                <a:uFillTx/>
                <a:latin typeface="游ゴシック" pitchFamily="34"/>
                <a:ea typeface="游ゴシック" pitchFamily="34"/>
              </a:rPr>
              <a:t>階</a:t>
            </a:r>
            <a:endParaRPr lang="en-US" sz="1200" b="1" i="0" u="none" strike="noStrike" kern="1200" cap="none" spc="0" baseline="0">
              <a:solidFill>
                <a:srgbClr val="000000"/>
              </a:solidFill>
              <a:uFillTx/>
              <a:latin typeface="游ゴシック" pitchFamily="34"/>
              <a:ea typeface="游ゴシック" pitchFamily="34"/>
            </a:endParaRPr>
          </a:p>
        </p:txBody>
      </p:sp>
      <p:sp>
        <p:nvSpPr>
          <p:cNvPr id="15" name="Subtitle 2">
            <a:extLst>
              <a:ext uri="{FF2B5EF4-FFF2-40B4-BE49-F238E27FC236}">
                <a16:creationId xmlns:a16="http://schemas.microsoft.com/office/drawing/2014/main" id="{F0E8206B-9BB3-7424-AAC8-5D8AF3DC028A}"/>
              </a:ext>
            </a:extLst>
          </p:cNvPr>
          <p:cNvSpPr txBox="1"/>
          <p:nvPr/>
        </p:nvSpPr>
        <p:spPr>
          <a:xfrm>
            <a:off x="1142113" y="4700528"/>
            <a:ext cx="888019" cy="295387"/>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本部</a:t>
            </a:r>
            <a:endParaRPr lang="en-US" sz="1600" b="1" i="0" u="none" strike="noStrike" kern="1200" cap="none" spc="0" baseline="0">
              <a:solidFill>
                <a:srgbClr val="000000"/>
              </a:solidFill>
              <a:uFillTx/>
            </a:endParaRPr>
          </a:p>
        </p:txBody>
      </p:sp>
      <p:sp>
        <p:nvSpPr>
          <p:cNvPr id="16" name="Subtitle 2">
            <a:extLst>
              <a:ext uri="{FF2B5EF4-FFF2-40B4-BE49-F238E27FC236}">
                <a16:creationId xmlns:a16="http://schemas.microsoft.com/office/drawing/2014/main" id="{918FB4D1-38C2-F4B2-46E0-1025729B2310}"/>
              </a:ext>
            </a:extLst>
          </p:cNvPr>
          <p:cNvSpPr txBox="1"/>
          <p:nvPr/>
        </p:nvSpPr>
        <p:spPr>
          <a:xfrm>
            <a:off x="5664195" y="4705237"/>
            <a:ext cx="2179499" cy="295387"/>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神田小川町オフィス</a:t>
            </a:r>
            <a:endParaRPr lang="en-US" sz="1600" b="1" i="0" u="none" strike="noStrike" kern="1200" cap="none" spc="0" baseline="0">
              <a:solidFill>
                <a:srgbClr val="000000"/>
              </a:solidFill>
              <a:uFillTx/>
            </a:endParaRPr>
          </a:p>
        </p:txBody>
      </p:sp>
      <p:sp>
        <p:nvSpPr>
          <p:cNvPr id="17" name="Subtitle 2">
            <a:extLst>
              <a:ext uri="{FF2B5EF4-FFF2-40B4-BE49-F238E27FC236}">
                <a16:creationId xmlns:a16="http://schemas.microsoft.com/office/drawing/2014/main" id="{29A33360-DF0E-2759-6ACC-68974DEFF633}"/>
              </a:ext>
            </a:extLst>
          </p:cNvPr>
          <p:cNvSpPr txBox="1"/>
          <p:nvPr/>
        </p:nvSpPr>
        <p:spPr>
          <a:xfrm>
            <a:off x="1309420" y="6130859"/>
            <a:ext cx="4181926"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460-0022 </a:t>
            </a:r>
            <a:r>
              <a:rPr lang="ja-JP" sz="1200" b="1" i="0" u="none" strike="noStrike" kern="1200" cap="none" spc="0" baseline="0">
                <a:solidFill>
                  <a:srgbClr val="000000"/>
                </a:solidFill>
                <a:uFillTx/>
                <a:latin typeface="游ゴシック" pitchFamily="34"/>
                <a:ea typeface="游ゴシック" pitchFamily="34"/>
              </a:rPr>
              <a:t>愛知県名古屋市中区金山一丁目</a:t>
            </a:r>
            <a:r>
              <a:rPr lang="en-US" sz="1200" b="1" i="0" u="none" strike="noStrike" kern="1200" cap="none" spc="0" baseline="0">
                <a:solidFill>
                  <a:srgbClr val="000000"/>
                </a:solidFill>
                <a:uFillTx/>
                <a:latin typeface="游ゴシック" pitchFamily="34"/>
                <a:ea typeface="游ゴシック" pitchFamily="34"/>
              </a:rPr>
              <a:t>12</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14</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金山総合ビル</a:t>
            </a:r>
            <a:r>
              <a:rPr lang="en-US" sz="1200" b="1" i="0" u="none" strike="noStrike" kern="1200" cap="none" spc="0" baseline="0">
                <a:solidFill>
                  <a:srgbClr val="000000"/>
                </a:solidFill>
                <a:uFillTx/>
                <a:latin typeface="游ゴシック" pitchFamily="34"/>
                <a:ea typeface="游ゴシック" pitchFamily="34"/>
              </a:rPr>
              <a:t>7F</a:t>
            </a:r>
            <a:r>
              <a:rPr lang="ja-JP" sz="1200" b="1" i="0" u="none" strike="noStrike" kern="1200" cap="none" spc="0" baseline="0">
                <a:solidFill>
                  <a:srgbClr val="000000"/>
                </a:solidFill>
                <a:uFillTx/>
                <a:latin typeface="游ゴシック" pitchFamily="34"/>
                <a:ea typeface="游ゴシック" pitchFamily="34"/>
              </a:rPr>
              <a:t>（株式会社フルハシ環境総合研究所内）</a:t>
            </a:r>
            <a:endParaRPr lang="en-US" sz="1200" b="1" i="0" u="none" strike="noStrike" kern="1200" cap="none" spc="0" baseline="0">
              <a:solidFill>
                <a:srgbClr val="000000"/>
              </a:solidFill>
              <a:uFillTx/>
              <a:latin typeface="游ゴシック" pitchFamily="34"/>
              <a:ea typeface="游ゴシック" pitchFamily="34"/>
            </a:endParaRPr>
          </a:p>
        </p:txBody>
      </p:sp>
      <p:sp>
        <p:nvSpPr>
          <p:cNvPr id="18" name="Subtitle 2">
            <a:extLst>
              <a:ext uri="{FF2B5EF4-FFF2-40B4-BE49-F238E27FC236}">
                <a16:creationId xmlns:a16="http://schemas.microsoft.com/office/drawing/2014/main" id="{B27D49FC-C2C5-9A08-EE2E-498FBAE20BF0}"/>
              </a:ext>
            </a:extLst>
          </p:cNvPr>
          <p:cNvSpPr txBox="1"/>
          <p:nvPr/>
        </p:nvSpPr>
        <p:spPr>
          <a:xfrm>
            <a:off x="5769982" y="6120280"/>
            <a:ext cx="4369496"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700-0082 </a:t>
            </a:r>
            <a:r>
              <a:rPr lang="ja-JP" sz="1200" b="1" i="0" u="none" strike="noStrike" kern="1200" cap="none" spc="0" baseline="0">
                <a:solidFill>
                  <a:srgbClr val="000000"/>
                </a:solidFill>
                <a:uFillTx/>
                <a:latin typeface="游ゴシック" pitchFamily="34"/>
                <a:ea typeface="游ゴシック" pitchFamily="34"/>
              </a:rPr>
              <a:t>岡山県岡山市北区津島中一丁目</a:t>
            </a:r>
            <a:r>
              <a:rPr lang="en-US" sz="1200" b="1" i="0" u="none" strike="noStrike" kern="1200" cap="none" spc="0" baseline="0">
                <a:solidFill>
                  <a:srgbClr val="000000"/>
                </a:solidFill>
                <a:uFillTx/>
                <a:latin typeface="游ゴシック" pitchFamily="34"/>
                <a:ea typeface="游ゴシック" pitchFamily="34"/>
              </a:rPr>
              <a:t>1</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1</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岡山大インキュベータ</a:t>
            </a:r>
            <a:r>
              <a:rPr lang="en-US" sz="1200" b="1" i="0" u="none" strike="noStrike" kern="1200" cap="none" spc="0" baseline="0">
                <a:solidFill>
                  <a:srgbClr val="000000"/>
                </a:solidFill>
                <a:uFillTx/>
                <a:latin typeface="游ゴシック" pitchFamily="34"/>
                <a:ea typeface="游ゴシック" pitchFamily="34"/>
              </a:rPr>
              <a:t>210</a:t>
            </a:r>
            <a:r>
              <a:rPr lang="ja-JP" sz="1200" b="1" i="0" u="none" strike="noStrike" kern="1200" cap="none" spc="0" baseline="0">
                <a:solidFill>
                  <a:srgbClr val="000000"/>
                </a:solidFill>
                <a:uFillTx/>
                <a:latin typeface="游ゴシック" pitchFamily="34"/>
                <a:ea typeface="游ゴシック" pitchFamily="34"/>
              </a:rPr>
              <a:t>号室</a:t>
            </a:r>
            <a:endParaRPr lang="en-US" sz="1200" b="1" i="0" u="none" strike="noStrike" kern="1200" cap="none" spc="0" baseline="0">
              <a:solidFill>
                <a:srgbClr val="000000"/>
              </a:solidFill>
              <a:uFillTx/>
              <a:latin typeface="游ゴシック" pitchFamily="34"/>
              <a:ea typeface="游ゴシック" pitchFamily="34"/>
            </a:endParaRPr>
          </a:p>
        </p:txBody>
      </p:sp>
      <p:sp>
        <p:nvSpPr>
          <p:cNvPr id="19" name="Subtitle 2">
            <a:extLst>
              <a:ext uri="{FF2B5EF4-FFF2-40B4-BE49-F238E27FC236}">
                <a16:creationId xmlns:a16="http://schemas.microsoft.com/office/drawing/2014/main" id="{FC5C4648-AE37-311B-DFAB-ACFEB10D0101}"/>
              </a:ext>
            </a:extLst>
          </p:cNvPr>
          <p:cNvSpPr txBox="1"/>
          <p:nvPr/>
        </p:nvSpPr>
        <p:spPr>
          <a:xfrm>
            <a:off x="1142113" y="5818574"/>
            <a:ext cx="1886215" cy="332786"/>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名古屋オフィス</a:t>
            </a:r>
            <a:endParaRPr lang="en-US" sz="1600" b="1" i="0" u="none" strike="noStrike" kern="1200" cap="none" spc="0" baseline="0">
              <a:solidFill>
                <a:srgbClr val="000000"/>
              </a:solidFill>
              <a:uFillTx/>
            </a:endParaRPr>
          </a:p>
        </p:txBody>
      </p:sp>
      <p:sp>
        <p:nvSpPr>
          <p:cNvPr id="20" name="Subtitle 2">
            <a:extLst>
              <a:ext uri="{FF2B5EF4-FFF2-40B4-BE49-F238E27FC236}">
                <a16:creationId xmlns:a16="http://schemas.microsoft.com/office/drawing/2014/main" id="{D1AA7C8E-6849-A1AA-EBA7-0F841EC3ABF0}"/>
              </a:ext>
            </a:extLst>
          </p:cNvPr>
          <p:cNvSpPr txBox="1"/>
          <p:nvPr/>
        </p:nvSpPr>
        <p:spPr>
          <a:xfrm>
            <a:off x="5358512" y="5823283"/>
            <a:ext cx="2179499" cy="295387"/>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岡山オフィス</a:t>
            </a:r>
            <a:endParaRPr lang="en-US" sz="1600" b="1" i="0" u="none" strike="noStrike" kern="1200" cap="none" spc="0" baseline="0">
              <a:solidFill>
                <a:srgbClr val="000000"/>
              </a:solidFill>
              <a:uFillTx/>
            </a:endParaRPr>
          </a:p>
        </p:txBody>
      </p:sp>
      <p:sp>
        <p:nvSpPr>
          <p:cNvPr id="21" name="テキスト ボックス 22">
            <a:extLst>
              <a:ext uri="{FF2B5EF4-FFF2-40B4-BE49-F238E27FC236}">
                <a16:creationId xmlns:a16="http://schemas.microsoft.com/office/drawing/2014/main" id="{1831CEE1-23E0-5344-066F-1FC7989AE4A8}"/>
              </a:ext>
            </a:extLst>
          </p:cNvPr>
          <p:cNvSpPr txBox="1"/>
          <p:nvPr/>
        </p:nvSpPr>
        <p:spPr>
          <a:xfrm>
            <a:off x="2634980" y="6840864"/>
            <a:ext cx="5447071" cy="276999"/>
          </a:xfrm>
          <a:prstGeom prst="rect">
            <a:avLst/>
          </a:prstGeom>
          <a:noFill/>
          <a:ln cap="flat">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ホームページ　</a:t>
            </a:r>
            <a:r>
              <a:rPr lang="en-US" sz="1200" b="1" i="0" u="none" strike="noStrike" kern="1200" cap="none" spc="0" baseline="0">
                <a:solidFill>
                  <a:srgbClr val="000000"/>
                </a:solidFill>
                <a:uFillTx/>
                <a:latin typeface="游ゴシック" pitchFamily="34"/>
                <a:ea typeface="游ゴシック" pitchFamily="34"/>
              </a:rPr>
              <a:t>https://sumpo.or.jp</a:t>
            </a:r>
          </a:p>
        </p:txBody>
      </p:sp>
    </p:spTree>
    <p:extLst>
      <p:ext uri="{BB962C8B-B14F-4D97-AF65-F5344CB8AC3E}">
        <p14:creationId xmlns:p14="http://schemas.microsoft.com/office/powerpoint/2010/main" val="4209846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2_最終ページ　機構名">
    <p:spTree>
      <p:nvGrpSpPr>
        <p:cNvPr id="1" name=""/>
        <p:cNvGrpSpPr/>
        <p:nvPr/>
      </p:nvGrpSpPr>
      <p:grpSpPr>
        <a:xfrm>
          <a:off x="0" y="0"/>
          <a:ext cx="0" cy="0"/>
          <a:chOff x="0" y="0"/>
          <a:chExt cx="0" cy="0"/>
        </a:xfrm>
      </p:grpSpPr>
      <p:pic>
        <p:nvPicPr>
          <p:cNvPr id="2" name="図 2">
            <a:extLst>
              <a:ext uri="{FF2B5EF4-FFF2-40B4-BE49-F238E27FC236}">
                <a16:creationId xmlns:a16="http://schemas.microsoft.com/office/drawing/2014/main" id="{29FCEB5A-F733-3BBC-BE63-14AAB7ADE610}"/>
              </a:ext>
            </a:extLst>
          </p:cNvPr>
          <p:cNvPicPr>
            <a:picLocks noChangeAspect="1"/>
          </p:cNvPicPr>
          <p:nvPr/>
        </p:nvPicPr>
        <p:blipFill>
          <a:blip r:embed="rId2"/>
          <a:srcRect/>
          <a:stretch>
            <a:fillRect/>
          </a:stretch>
        </p:blipFill>
        <p:spPr>
          <a:xfrm>
            <a:off x="-8723" y="-134389"/>
            <a:ext cx="10697894" cy="7559673"/>
          </a:xfrm>
          <a:prstGeom prst="rect">
            <a:avLst/>
          </a:prstGeom>
          <a:noFill/>
          <a:ln cap="flat">
            <a:noFill/>
          </a:ln>
        </p:spPr>
      </p:pic>
      <p:sp>
        <p:nvSpPr>
          <p:cNvPr id="3" name="正方形/長方形 17">
            <a:extLst>
              <a:ext uri="{FF2B5EF4-FFF2-40B4-BE49-F238E27FC236}">
                <a16:creationId xmlns:a16="http://schemas.microsoft.com/office/drawing/2014/main" id="{FED3A17C-71C7-2378-4788-53755792FE31}"/>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4" name="直線コネクタ 18">
            <a:extLst>
              <a:ext uri="{FF2B5EF4-FFF2-40B4-BE49-F238E27FC236}">
                <a16:creationId xmlns:a16="http://schemas.microsoft.com/office/drawing/2014/main" id="{45B9F432-410E-DEC8-8047-C12AB8E1E85F}"/>
              </a:ext>
            </a:extLst>
          </p:cNvPr>
          <p:cNvCxnSpPr/>
          <p:nvPr/>
        </p:nvCxnSpPr>
        <p:spPr>
          <a:xfrm>
            <a:off x="-5779" y="4171895"/>
            <a:ext cx="10692006" cy="0"/>
          </a:xfrm>
          <a:prstGeom prst="straightConnector1">
            <a:avLst/>
          </a:prstGeom>
          <a:noFill/>
          <a:ln w="7616" cap="flat">
            <a:solidFill>
              <a:srgbClr val="004198"/>
            </a:solidFill>
            <a:prstDash val="solid"/>
            <a:miter/>
          </a:ln>
        </p:spPr>
      </p:cxnSp>
      <p:cxnSp>
        <p:nvCxnSpPr>
          <p:cNvPr id="5" name="直線コネクタ 19">
            <a:extLst>
              <a:ext uri="{FF2B5EF4-FFF2-40B4-BE49-F238E27FC236}">
                <a16:creationId xmlns:a16="http://schemas.microsoft.com/office/drawing/2014/main" id="{F3CD5F99-ABE8-9733-269B-68F95428F738}"/>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6" name="Subtitle 2">
            <a:extLst>
              <a:ext uri="{FF2B5EF4-FFF2-40B4-BE49-F238E27FC236}">
                <a16:creationId xmlns:a16="http://schemas.microsoft.com/office/drawing/2014/main" id="{65417C54-FC89-2897-7665-9849960C9256}"/>
              </a:ext>
            </a:extLst>
          </p:cNvPr>
          <p:cNvSpPr txBox="1"/>
          <p:nvPr/>
        </p:nvSpPr>
        <p:spPr>
          <a:xfrm>
            <a:off x="1349087" y="1790925"/>
            <a:ext cx="8018858" cy="402482"/>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800" b="1" i="0" u="none" strike="noStrike" kern="1200" cap="none" spc="0" baseline="0">
                <a:solidFill>
                  <a:srgbClr val="000000"/>
                </a:solidFill>
                <a:uFillTx/>
                <a:latin typeface="游ゴシック" pitchFamily="34"/>
                <a:ea typeface="游ゴシック" pitchFamily="34"/>
              </a:rPr>
              <a:t>心豊かな未来を</a:t>
            </a:r>
            <a:r>
              <a:rPr lang="en-US" sz="1800" b="1" i="0" u="none" strike="noStrike" kern="1200" cap="none" spc="0" baseline="0">
                <a:solidFill>
                  <a:srgbClr val="000000"/>
                </a:solidFill>
                <a:uFillTx/>
                <a:latin typeface="游ゴシック" pitchFamily="34"/>
                <a:ea typeface="游ゴシック" pitchFamily="34"/>
              </a:rPr>
              <a:t>SuMPO</a:t>
            </a:r>
            <a:r>
              <a:rPr lang="ja-JP" sz="1800" b="1" i="0" u="none" strike="noStrike" kern="1200" cap="none" spc="0" baseline="0">
                <a:solidFill>
                  <a:srgbClr val="000000"/>
                </a:solidFill>
                <a:uFillTx/>
                <a:latin typeface="游ゴシック" pitchFamily="34"/>
                <a:ea typeface="游ゴシック" pitchFamily="34"/>
              </a:rPr>
              <a:t>の業で創ります</a:t>
            </a:r>
            <a:endParaRPr lang="en-US" sz="1800" b="1" i="0" u="none" strike="noStrike" kern="1200" cap="none" spc="0" baseline="0">
              <a:solidFill>
                <a:srgbClr val="000000"/>
              </a:solidFill>
              <a:uFillTx/>
            </a:endParaRPr>
          </a:p>
        </p:txBody>
      </p:sp>
      <p:sp>
        <p:nvSpPr>
          <p:cNvPr id="7" name="Subtitle 2">
            <a:extLst>
              <a:ext uri="{FF2B5EF4-FFF2-40B4-BE49-F238E27FC236}">
                <a16:creationId xmlns:a16="http://schemas.microsoft.com/office/drawing/2014/main" id="{1CF4EC6C-41AD-D77F-6EFF-99B1171BF8FF}"/>
              </a:ext>
            </a:extLst>
          </p:cNvPr>
          <p:cNvSpPr txBox="1"/>
          <p:nvPr/>
        </p:nvSpPr>
        <p:spPr>
          <a:xfrm>
            <a:off x="4894627" y="1602787"/>
            <a:ext cx="854616" cy="267617"/>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050" b="0" i="0" u="none" strike="noStrike" kern="1200" cap="none" spc="0" baseline="0">
                <a:solidFill>
                  <a:srgbClr val="000000"/>
                </a:solidFill>
                <a:uFillTx/>
                <a:latin typeface="Calibri"/>
                <a:ea typeface="游ゴシック" pitchFamily="34"/>
              </a:rPr>
              <a:t>さんぽ</a:t>
            </a:r>
            <a:endParaRPr lang="en-US" sz="1050" b="0" i="0" u="none" strike="noStrike" kern="1200" cap="none" spc="0" baseline="0">
              <a:solidFill>
                <a:srgbClr val="000000"/>
              </a:solidFill>
              <a:uFillTx/>
              <a:latin typeface="Calibri"/>
            </a:endParaRPr>
          </a:p>
        </p:txBody>
      </p:sp>
      <p:sp>
        <p:nvSpPr>
          <p:cNvPr id="8" name="Subtitle 2">
            <a:extLst>
              <a:ext uri="{FF2B5EF4-FFF2-40B4-BE49-F238E27FC236}">
                <a16:creationId xmlns:a16="http://schemas.microsoft.com/office/drawing/2014/main" id="{89FDF73D-E664-3C3C-AECB-BED49BFD30A7}"/>
              </a:ext>
            </a:extLst>
          </p:cNvPr>
          <p:cNvSpPr txBox="1"/>
          <p:nvPr/>
        </p:nvSpPr>
        <p:spPr>
          <a:xfrm>
            <a:off x="5664625" y="1602787"/>
            <a:ext cx="854616" cy="267617"/>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050" b="0" i="0" u="none" strike="noStrike" kern="1200" cap="none" spc="0" baseline="0">
                <a:solidFill>
                  <a:srgbClr val="000000"/>
                </a:solidFill>
                <a:uFillTx/>
                <a:latin typeface="Calibri"/>
                <a:ea typeface="游ゴシック" pitchFamily="34"/>
              </a:rPr>
              <a:t>わざ</a:t>
            </a:r>
            <a:endParaRPr lang="en-US" sz="1050" b="0" i="0" u="none" strike="noStrike" kern="1200" cap="none" spc="0" baseline="0">
              <a:solidFill>
                <a:srgbClr val="000000"/>
              </a:solidFill>
              <a:uFillTx/>
              <a:latin typeface="Calibri"/>
            </a:endParaRPr>
          </a:p>
        </p:txBody>
      </p:sp>
      <p:sp>
        <p:nvSpPr>
          <p:cNvPr id="9" name="Subtitle 2">
            <a:extLst>
              <a:ext uri="{FF2B5EF4-FFF2-40B4-BE49-F238E27FC236}">
                <a16:creationId xmlns:a16="http://schemas.microsoft.com/office/drawing/2014/main" id="{DC3D1659-CE44-8022-CAFD-01B1620116EA}"/>
              </a:ext>
            </a:extLst>
          </p:cNvPr>
          <p:cNvSpPr txBox="1"/>
          <p:nvPr/>
        </p:nvSpPr>
        <p:spPr>
          <a:xfrm>
            <a:off x="1349087" y="4661053"/>
            <a:ext cx="8018858" cy="402482"/>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2000" b="1" i="0" u="none" strike="noStrike" kern="1200" cap="none" spc="0" baseline="0">
                <a:solidFill>
                  <a:srgbClr val="000000"/>
                </a:solidFill>
                <a:uFillTx/>
                <a:latin typeface="游ゴシック" pitchFamily="34"/>
                <a:ea typeface="游ゴシック" pitchFamily="34"/>
              </a:rPr>
              <a:t>一般社団法人サステナブル経営推進機構</a:t>
            </a:r>
            <a:endParaRPr lang="en-US" sz="2000" b="1" i="0" u="none" strike="noStrike" kern="1200" cap="none" spc="0" baseline="0">
              <a:solidFill>
                <a:srgbClr val="000000"/>
              </a:solidFill>
              <a:uFillTx/>
            </a:endParaRPr>
          </a:p>
        </p:txBody>
      </p:sp>
      <p:sp>
        <p:nvSpPr>
          <p:cNvPr id="10" name="正方形/長方形 21">
            <a:extLst>
              <a:ext uri="{FF2B5EF4-FFF2-40B4-BE49-F238E27FC236}">
                <a16:creationId xmlns:a16="http://schemas.microsoft.com/office/drawing/2014/main" id="{45E436FA-314E-3CDF-3D96-4B0D0E4628ED}"/>
              </a:ext>
            </a:extLst>
          </p:cNvPr>
          <p:cNvSpPr/>
          <p:nvPr/>
        </p:nvSpPr>
        <p:spPr>
          <a:xfrm>
            <a:off x="-10543" y="-136785"/>
            <a:ext cx="10705914"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pic>
        <p:nvPicPr>
          <p:cNvPr id="11" name="図 15">
            <a:extLst>
              <a:ext uri="{FF2B5EF4-FFF2-40B4-BE49-F238E27FC236}">
                <a16:creationId xmlns:a16="http://schemas.microsoft.com/office/drawing/2014/main" id="{F6180DD1-9A9C-93FC-F7C4-E1ED34433D71}"/>
              </a:ext>
            </a:extLst>
          </p:cNvPr>
          <p:cNvPicPr>
            <a:picLocks noChangeAspect="1"/>
          </p:cNvPicPr>
          <p:nvPr/>
        </p:nvPicPr>
        <p:blipFill>
          <a:blip r:embed="rId3"/>
          <a:stretch>
            <a:fillRect/>
          </a:stretch>
        </p:blipFill>
        <p:spPr>
          <a:xfrm>
            <a:off x="3246604" y="3855156"/>
            <a:ext cx="4223823" cy="262057"/>
          </a:xfrm>
          <a:prstGeom prst="rect">
            <a:avLst/>
          </a:prstGeom>
          <a:noFill/>
          <a:ln cap="flat">
            <a:noFill/>
          </a:ln>
        </p:spPr>
      </p:pic>
      <p:sp>
        <p:nvSpPr>
          <p:cNvPr id="12" name="Subtitle 2">
            <a:extLst>
              <a:ext uri="{FF2B5EF4-FFF2-40B4-BE49-F238E27FC236}">
                <a16:creationId xmlns:a16="http://schemas.microsoft.com/office/drawing/2014/main" id="{5F7BD7BA-1D30-135F-4744-28DFFC5F3AE0}"/>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
        <p:nvSpPr>
          <p:cNvPr id="13" name="Subtitle 2">
            <a:extLst>
              <a:ext uri="{FF2B5EF4-FFF2-40B4-BE49-F238E27FC236}">
                <a16:creationId xmlns:a16="http://schemas.microsoft.com/office/drawing/2014/main" id="{434EFD97-38BE-DBE4-F6FF-2806D277C0CB}"/>
              </a:ext>
            </a:extLst>
          </p:cNvPr>
          <p:cNvSpPr txBox="1"/>
          <p:nvPr/>
        </p:nvSpPr>
        <p:spPr>
          <a:xfrm>
            <a:off x="1309420" y="5557567"/>
            <a:ext cx="3910870"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101-0047 </a:t>
            </a:r>
            <a:r>
              <a:rPr lang="ja-JP" sz="1200" b="1" i="0" u="none" strike="noStrike" kern="1200" cap="none" spc="0" baseline="0">
                <a:solidFill>
                  <a:srgbClr val="000000"/>
                </a:solidFill>
                <a:uFillTx/>
                <a:latin typeface="游ゴシック" pitchFamily="34"/>
                <a:ea typeface="游ゴシック" pitchFamily="34"/>
              </a:rPr>
              <a:t>東京都千代田区内神田一丁目</a:t>
            </a:r>
            <a:r>
              <a:rPr lang="en-US" sz="1200" b="1" i="0" u="none" strike="noStrike" kern="1200" cap="none" spc="0" baseline="0">
                <a:solidFill>
                  <a:srgbClr val="000000"/>
                </a:solidFill>
                <a:uFillTx/>
                <a:latin typeface="游ゴシック" pitchFamily="34"/>
                <a:ea typeface="游ゴシック" pitchFamily="34"/>
              </a:rPr>
              <a:t>14</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8</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000000"/>
                </a:solidFill>
                <a:uFillTx/>
                <a:latin typeface="游ゴシック" pitchFamily="34"/>
                <a:ea typeface="游ゴシック" pitchFamily="34"/>
              </a:rPr>
              <a:t>KANDA SQUARE GATE 4</a:t>
            </a:r>
            <a:r>
              <a:rPr lang="ja-JP" sz="1200" b="1" i="0" u="none" strike="noStrike" kern="1200" cap="none" spc="0" baseline="0">
                <a:solidFill>
                  <a:srgbClr val="000000"/>
                </a:solidFill>
                <a:uFillTx/>
                <a:latin typeface="游ゴシック" pitchFamily="34"/>
                <a:ea typeface="游ゴシック" pitchFamily="34"/>
              </a:rPr>
              <a:t>階</a:t>
            </a:r>
            <a:endParaRPr lang="en-US" sz="1200" b="1" i="0" u="none" strike="noStrike" kern="1200" cap="none" spc="0" baseline="0">
              <a:solidFill>
                <a:srgbClr val="000000"/>
              </a:solidFill>
              <a:uFillTx/>
              <a:latin typeface="游ゴシック" pitchFamily="34"/>
              <a:ea typeface="游ゴシック" pitchFamily="34"/>
            </a:endParaRPr>
          </a:p>
        </p:txBody>
      </p:sp>
      <p:sp>
        <p:nvSpPr>
          <p:cNvPr id="14" name="Subtitle 2">
            <a:extLst>
              <a:ext uri="{FF2B5EF4-FFF2-40B4-BE49-F238E27FC236}">
                <a16:creationId xmlns:a16="http://schemas.microsoft.com/office/drawing/2014/main" id="{C8959A6F-0AFC-4A10-2D1C-CF8F2826F3D9}"/>
              </a:ext>
            </a:extLst>
          </p:cNvPr>
          <p:cNvSpPr txBox="1"/>
          <p:nvPr/>
        </p:nvSpPr>
        <p:spPr>
          <a:xfrm>
            <a:off x="5769982" y="5548524"/>
            <a:ext cx="4084048"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101-0052 </a:t>
            </a:r>
            <a:r>
              <a:rPr lang="ja-JP" sz="1200" b="1" i="0" u="none" strike="noStrike" kern="1200" cap="none" spc="0" baseline="0">
                <a:solidFill>
                  <a:srgbClr val="000000"/>
                </a:solidFill>
                <a:uFillTx/>
                <a:latin typeface="游ゴシック" pitchFamily="34"/>
                <a:ea typeface="游ゴシック" pitchFamily="34"/>
              </a:rPr>
              <a:t>東京都千代田区神田小川町二丁目</a:t>
            </a:r>
            <a:r>
              <a:rPr lang="en-US" sz="1200" b="1" i="0" u="none" strike="noStrike" kern="1200" cap="none" spc="0" baseline="0">
                <a:solidFill>
                  <a:srgbClr val="000000"/>
                </a:solidFill>
                <a:uFillTx/>
                <a:latin typeface="游ゴシック" pitchFamily="34"/>
                <a:ea typeface="游ゴシック" pitchFamily="34"/>
              </a:rPr>
              <a:t>4</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16</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いちご神田小川町ビル</a:t>
            </a:r>
            <a:r>
              <a:rPr lang="en-US" sz="1200" b="1" i="0" u="none" strike="noStrike" kern="1200" cap="none" spc="0" baseline="0">
                <a:solidFill>
                  <a:srgbClr val="000000"/>
                </a:solidFill>
                <a:uFillTx/>
                <a:latin typeface="游ゴシック" pitchFamily="34"/>
                <a:ea typeface="游ゴシック" pitchFamily="34"/>
              </a:rPr>
              <a:t> 3</a:t>
            </a:r>
            <a:r>
              <a:rPr lang="ja-JP" sz="1200" b="1" i="0" u="none" strike="noStrike" kern="1200" cap="none" spc="0" baseline="0">
                <a:solidFill>
                  <a:srgbClr val="000000"/>
                </a:solidFill>
                <a:uFillTx/>
                <a:latin typeface="游ゴシック" pitchFamily="34"/>
                <a:ea typeface="游ゴシック" pitchFamily="34"/>
              </a:rPr>
              <a:t>階</a:t>
            </a:r>
            <a:endParaRPr lang="en-US" sz="1200" b="1" i="0" u="none" strike="noStrike" kern="1200" cap="none" spc="0" baseline="0">
              <a:solidFill>
                <a:srgbClr val="000000"/>
              </a:solidFill>
              <a:uFillTx/>
              <a:latin typeface="游ゴシック" pitchFamily="34"/>
              <a:ea typeface="游ゴシック" pitchFamily="34"/>
            </a:endParaRPr>
          </a:p>
        </p:txBody>
      </p:sp>
      <p:sp>
        <p:nvSpPr>
          <p:cNvPr id="15" name="Subtitle 2">
            <a:extLst>
              <a:ext uri="{FF2B5EF4-FFF2-40B4-BE49-F238E27FC236}">
                <a16:creationId xmlns:a16="http://schemas.microsoft.com/office/drawing/2014/main" id="{C160C8B6-3D5D-4592-24CC-E4B82F0356FA}"/>
              </a:ext>
            </a:extLst>
          </p:cNvPr>
          <p:cNvSpPr txBox="1"/>
          <p:nvPr/>
        </p:nvSpPr>
        <p:spPr>
          <a:xfrm>
            <a:off x="1142113" y="5245272"/>
            <a:ext cx="888019" cy="295387"/>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本部</a:t>
            </a:r>
            <a:endParaRPr lang="en-US" sz="1600" b="1" i="0" u="none" strike="noStrike" kern="1200" cap="none" spc="0" baseline="0">
              <a:solidFill>
                <a:srgbClr val="000000"/>
              </a:solidFill>
              <a:uFillTx/>
            </a:endParaRPr>
          </a:p>
        </p:txBody>
      </p:sp>
      <p:sp>
        <p:nvSpPr>
          <p:cNvPr id="16" name="Subtitle 2">
            <a:extLst>
              <a:ext uri="{FF2B5EF4-FFF2-40B4-BE49-F238E27FC236}">
                <a16:creationId xmlns:a16="http://schemas.microsoft.com/office/drawing/2014/main" id="{7CCADF7E-89CA-0222-9E71-C80402759BB8}"/>
              </a:ext>
            </a:extLst>
          </p:cNvPr>
          <p:cNvSpPr txBox="1"/>
          <p:nvPr/>
        </p:nvSpPr>
        <p:spPr>
          <a:xfrm>
            <a:off x="5664195" y="5249981"/>
            <a:ext cx="2179499" cy="295387"/>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神田小川町オフィス</a:t>
            </a:r>
            <a:endParaRPr lang="en-US" sz="1600" b="1" i="0" u="none" strike="noStrike" kern="1200" cap="none" spc="0" baseline="0">
              <a:solidFill>
                <a:srgbClr val="000000"/>
              </a:solidFill>
              <a:uFillTx/>
            </a:endParaRPr>
          </a:p>
        </p:txBody>
      </p:sp>
      <p:sp>
        <p:nvSpPr>
          <p:cNvPr id="17" name="テキスト ボックス 7">
            <a:extLst>
              <a:ext uri="{FF2B5EF4-FFF2-40B4-BE49-F238E27FC236}">
                <a16:creationId xmlns:a16="http://schemas.microsoft.com/office/drawing/2014/main" id="{5FE3A010-C0D0-5CB2-C9EF-941F0345E8FB}"/>
              </a:ext>
            </a:extLst>
          </p:cNvPr>
          <p:cNvSpPr txBox="1"/>
          <p:nvPr/>
        </p:nvSpPr>
        <p:spPr>
          <a:xfrm>
            <a:off x="2634980" y="6618134"/>
            <a:ext cx="5447071" cy="276999"/>
          </a:xfrm>
          <a:prstGeom prst="rect">
            <a:avLst/>
          </a:prstGeom>
          <a:noFill/>
          <a:ln cap="flat">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ホームページ　</a:t>
            </a:r>
            <a:r>
              <a:rPr lang="en-US" sz="1200" b="1" i="0" u="none" strike="noStrike" kern="1200" cap="none" spc="0" baseline="0">
                <a:solidFill>
                  <a:srgbClr val="000000"/>
                </a:solidFill>
                <a:uFillTx/>
                <a:latin typeface="游ゴシック" pitchFamily="34"/>
                <a:ea typeface="游ゴシック" pitchFamily="34"/>
              </a:rPr>
              <a:t>https://sumpo.or.jp</a:t>
            </a:r>
          </a:p>
        </p:txBody>
      </p:sp>
    </p:spTree>
    <p:extLst>
      <p:ext uri="{BB962C8B-B14F-4D97-AF65-F5344CB8AC3E}">
        <p14:creationId xmlns:p14="http://schemas.microsoft.com/office/powerpoint/2010/main" val="269360541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2_最終ページ　eng">
    <p:spTree>
      <p:nvGrpSpPr>
        <p:cNvPr id="1" name=""/>
        <p:cNvGrpSpPr/>
        <p:nvPr/>
      </p:nvGrpSpPr>
      <p:grpSpPr>
        <a:xfrm>
          <a:off x="0" y="0"/>
          <a:ext cx="0" cy="0"/>
          <a:chOff x="0" y="0"/>
          <a:chExt cx="0" cy="0"/>
        </a:xfrm>
      </p:grpSpPr>
      <p:pic>
        <p:nvPicPr>
          <p:cNvPr id="2" name="図 2">
            <a:extLst>
              <a:ext uri="{FF2B5EF4-FFF2-40B4-BE49-F238E27FC236}">
                <a16:creationId xmlns:a16="http://schemas.microsoft.com/office/drawing/2014/main" id="{183D6CEF-9D75-58BF-8167-5A46A4EEFF13}"/>
              </a:ext>
            </a:extLst>
          </p:cNvPr>
          <p:cNvPicPr>
            <a:picLocks noChangeAspect="1"/>
          </p:cNvPicPr>
          <p:nvPr/>
        </p:nvPicPr>
        <p:blipFill>
          <a:blip r:embed="rId2"/>
          <a:srcRect/>
          <a:stretch>
            <a:fillRect/>
          </a:stretch>
        </p:blipFill>
        <p:spPr>
          <a:xfrm>
            <a:off x="-8723" y="-134389"/>
            <a:ext cx="10697894" cy="7559673"/>
          </a:xfrm>
          <a:prstGeom prst="rect">
            <a:avLst/>
          </a:prstGeom>
          <a:noFill/>
          <a:ln cap="flat">
            <a:noFill/>
          </a:ln>
        </p:spPr>
      </p:pic>
      <p:sp>
        <p:nvSpPr>
          <p:cNvPr id="3" name="正方形/長方形 7">
            <a:extLst>
              <a:ext uri="{FF2B5EF4-FFF2-40B4-BE49-F238E27FC236}">
                <a16:creationId xmlns:a16="http://schemas.microsoft.com/office/drawing/2014/main" id="{4A07C37B-5D61-5914-7102-6F926E18DC3F}"/>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4" name="直線コネクタ 19">
            <a:extLst>
              <a:ext uri="{FF2B5EF4-FFF2-40B4-BE49-F238E27FC236}">
                <a16:creationId xmlns:a16="http://schemas.microsoft.com/office/drawing/2014/main" id="{330D6E9B-C6EE-A0DC-4821-3BC9554E561F}"/>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5" name="正方形/長方形 21">
            <a:extLst>
              <a:ext uri="{FF2B5EF4-FFF2-40B4-BE49-F238E27FC236}">
                <a16:creationId xmlns:a16="http://schemas.microsoft.com/office/drawing/2014/main" id="{9DF1F77C-A335-EC48-6482-28D553137F7F}"/>
              </a:ext>
            </a:extLst>
          </p:cNvPr>
          <p:cNvSpPr/>
          <p:nvPr/>
        </p:nvSpPr>
        <p:spPr>
          <a:xfrm>
            <a:off x="-10543" y="-136785"/>
            <a:ext cx="10705914"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テキスト ボックス 15">
            <a:extLst>
              <a:ext uri="{FF2B5EF4-FFF2-40B4-BE49-F238E27FC236}">
                <a16:creationId xmlns:a16="http://schemas.microsoft.com/office/drawing/2014/main" id="{C3D35E23-7379-4534-887E-02BB67C6F24E}"/>
              </a:ext>
            </a:extLst>
          </p:cNvPr>
          <p:cNvSpPr txBox="1"/>
          <p:nvPr/>
        </p:nvSpPr>
        <p:spPr>
          <a:xfrm>
            <a:off x="2381874" y="3880420"/>
            <a:ext cx="5916707" cy="400114"/>
          </a:xfrm>
          <a:prstGeom prst="rect">
            <a:avLst/>
          </a:prstGeom>
          <a:noFill/>
          <a:ln cap="flat">
            <a:noFill/>
          </a:ln>
        </p:spPr>
        <p:txBody>
          <a:bodyPr vert="horz" wrap="square" lIns="91440" tIns="45720" rIns="91440" bIns="45720" anchor="ctr" anchorCtr="1"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2060"/>
                </a:solidFill>
                <a:uFillTx/>
                <a:latin typeface="Calibri"/>
                <a:ea typeface="游ゴシック" pitchFamily="34"/>
              </a:rPr>
              <a:t>Thank you for your attention</a:t>
            </a:r>
          </a:p>
        </p:txBody>
      </p:sp>
      <p:sp>
        <p:nvSpPr>
          <p:cNvPr id="7" name="Subtitle 2">
            <a:extLst>
              <a:ext uri="{FF2B5EF4-FFF2-40B4-BE49-F238E27FC236}">
                <a16:creationId xmlns:a16="http://schemas.microsoft.com/office/drawing/2014/main" id="{E64D9FDF-E252-4CE4-2E5E-F8D62F7E303C}"/>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32998285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CA11BB-0FCA-14E5-77E7-6D3C641CED86}"/>
              </a:ext>
            </a:extLst>
          </p:cNvPr>
          <p:cNvSpPr txBox="1">
            <a:spLocks noGrp="1"/>
          </p:cNvSpPr>
          <p:nvPr>
            <p:ph type="title"/>
          </p:nvPr>
        </p:nvSpPr>
        <p:spPr>
          <a:xfrm>
            <a:off x="735058" y="402482"/>
            <a:ext cx="9221687" cy="1461183"/>
          </a:xfrm>
          <a:prstGeom prst="rect">
            <a:avLst/>
          </a:prstGeom>
          <a:noFill/>
          <a:ln>
            <a:noFill/>
          </a:ln>
        </p:spPr>
        <p:txBody>
          <a:bodyPr vert="horz" wrap="square" lIns="91440" tIns="45720" rIns="91440" bIns="45720" anchor="ctr" anchorCtr="0" compatLnSpc="1">
            <a:normAutofit/>
          </a:bodyPr>
          <a:lstStyle/>
          <a:p>
            <a:pPr lvl="0"/>
            <a:r>
              <a:rPr lang="ja-JP"/>
              <a:t>マスター タイトルの書式設定</a:t>
            </a:r>
            <a:endParaRPr lang="en-US"/>
          </a:p>
        </p:txBody>
      </p:sp>
      <p:sp>
        <p:nvSpPr>
          <p:cNvPr id="3" name="Text Placeholder 2">
            <a:extLst>
              <a:ext uri="{FF2B5EF4-FFF2-40B4-BE49-F238E27FC236}">
                <a16:creationId xmlns:a16="http://schemas.microsoft.com/office/drawing/2014/main" id="{A0FC7445-7560-C19C-0A60-EF5222A19A92}"/>
              </a:ext>
            </a:extLst>
          </p:cNvPr>
          <p:cNvSpPr txBox="1">
            <a:spLocks noGrp="1"/>
          </p:cNvSpPr>
          <p:nvPr>
            <p:ph type="body" idx="1"/>
          </p:nvPr>
        </p:nvSpPr>
        <p:spPr>
          <a:xfrm>
            <a:off x="735058" y="2012411"/>
            <a:ext cx="9221687" cy="4796540"/>
          </a:xfrm>
          <a:prstGeom prst="rect">
            <a:avLst/>
          </a:prstGeom>
          <a:noFill/>
          <a:ln>
            <a:noFill/>
          </a:ln>
        </p:spPr>
        <p:txBody>
          <a:bodyPr vert="horz" wrap="square" lIns="91440" tIns="45720" rIns="91440" bIns="45720" anchor="t" anchorCtr="0" compatLnSpc="1">
            <a:normAutofit/>
          </a:bodyPr>
          <a:lstStyle/>
          <a:p>
            <a:pPr lvl="0"/>
            <a:r>
              <a:rPr lang="ja-JP"/>
              <a:t>マスター テキストの書式設定</a:t>
            </a:r>
          </a:p>
          <a:p>
            <a:pPr lvl="1"/>
            <a:r>
              <a:rPr lang="ja-JP"/>
              <a:t>第</a:t>
            </a:r>
            <a:r>
              <a:rPr lang="en-US"/>
              <a:t> 2 </a:t>
            </a:r>
            <a:r>
              <a:rPr lang="ja-JP"/>
              <a:t>レベル</a:t>
            </a:r>
          </a:p>
          <a:p>
            <a:pPr lvl="2"/>
            <a:r>
              <a:rPr lang="ja-JP"/>
              <a:t>第</a:t>
            </a:r>
            <a:r>
              <a:rPr lang="en-US"/>
              <a:t> 3 </a:t>
            </a:r>
            <a:r>
              <a:rPr lang="ja-JP"/>
              <a:t>レベル</a:t>
            </a:r>
          </a:p>
          <a:p>
            <a:pPr lvl="3"/>
            <a:r>
              <a:rPr lang="ja-JP"/>
              <a:t>第</a:t>
            </a:r>
            <a:r>
              <a:rPr lang="en-US"/>
              <a:t> 4 </a:t>
            </a:r>
            <a:r>
              <a:rPr lang="ja-JP"/>
              <a:t>レベル</a:t>
            </a:r>
          </a:p>
          <a:p>
            <a:pPr lvl="4"/>
            <a:r>
              <a:rPr lang="ja-JP"/>
              <a:t>第</a:t>
            </a:r>
            <a:r>
              <a:rPr lang="en-US"/>
              <a:t> 5 </a:t>
            </a:r>
            <a:r>
              <a:rPr lang="ja-JP"/>
              <a:t>レベル</a:t>
            </a:r>
            <a:endParaRPr lang="en-US"/>
          </a:p>
        </p:txBody>
      </p:sp>
      <p:sp>
        <p:nvSpPr>
          <p:cNvPr id="4" name="Date Placeholder 3">
            <a:extLst>
              <a:ext uri="{FF2B5EF4-FFF2-40B4-BE49-F238E27FC236}">
                <a16:creationId xmlns:a16="http://schemas.microsoft.com/office/drawing/2014/main" id="{6D3F0E83-D2A2-BAF3-C441-4C624011FF33}"/>
              </a:ext>
            </a:extLst>
          </p:cNvPr>
          <p:cNvSpPr txBox="1">
            <a:spLocks noGrp="1"/>
          </p:cNvSpPr>
          <p:nvPr>
            <p:ph type="dt" sz="half" idx="2"/>
          </p:nvPr>
        </p:nvSpPr>
        <p:spPr>
          <a:xfrm>
            <a:off x="735058" y="7006699"/>
            <a:ext cx="2405658" cy="402482"/>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n-US" sz="1323" b="0" i="0" u="none" strike="noStrike" kern="1200" cap="none" spc="0" baseline="0">
                <a:solidFill>
                  <a:srgbClr val="898989"/>
                </a:solidFill>
                <a:uFillTx/>
                <a:latin typeface="Calibri"/>
                <a:ea typeface="游ゴシック" pitchFamily="34"/>
              </a:defRPr>
            </a:lvl1pPr>
          </a:lstStyle>
          <a:p>
            <a:pPr lvl="0"/>
            <a:fld id="{CC786BA6-7B56-F543-9072-18E670050153}" type="datetime1">
              <a:rPr lang="en-US"/>
              <a:pPr lvl="0"/>
              <a:t>2026/6/1</a:t>
            </a:fld>
            <a:endParaRPr lang="en-US"/>
          </a:p>
        </p:txBody>
      </p:sp>
      <p:sp>
        <p:nvSpPr>
          <p:cNvPr id="5" name="Footer Placeholder 4">
            <a:extLst>
              <a:ext uri="{FF2B5EF4-FFF2-40B4-BE49-F238E27FC236}">
                <a16:creationId xmlns:a16="http://schemas.microsoft.com/office/drawing/2014/main" id="{852ACB77-1F57-9A54-BD63-2A64E4AD477D}"/>
              </a:ext>
            </a:extLst>
          </p:cNvPr>
          <p:cNvSpPr txBox="1">
            <a:spLocks noGrp="1"/>
          </p:cNvSpPr>
          <p:nvPr>
            <p:ph type="ftr" sz="quarter" idx="3"/>
          </p:nvPr>
        </p:nvSpPr>
        <p:spPr>
          <a:xfrm>
            <a:off x="3541663" y="7006699"/>
            <a:ext cx="3608487" cy="402482"/>
          </a:xfrm>
          <a:prstGeom prst="rect">
            <a:avLst/>
          </a:prstGeom>
          <a:noFill/>
          <a:ln>
            <a:noFill/>
          </a:ln>
        </p:spPr>
        <p:txBody>
          <a:bodyPr vert="horz" wrap="square" lIns="91440" tIns="45720" rIns="91440" bIns="45720" anchor="ctr" anchorCtr="1" compatLnSpc="1">
            <a:noAutofit/>
          </a:bodyPr>
          <a:lstStyle>
            <a:lvl1pPr marL="0" marR="0" lvl="0" indent="0" algn="ctr" defTabSz="457200" rtl="0" fontAlgn="auto" hangingPunct="1">
              <a:lnSpc>
                <a:spcPct val="100000"/>
              </a:lnSpc>
              <a:spcBef>
                <a:spcPts val="0"/>
              </a:spcBef>
              <a:spcAft>
                <a:spcPts val="0"/>
              </a:spcAft>
              <a:buNone/>
              <a:tabLst/>
              <a:defRPr lang="en-US" sz="1323" b="0" i="0" u="none" strike="noStrike" kern="1200" cap="none" spc="0" baseline="0">
                <a:solidFill>
                  <a:srgbClr val="898989"/>
                </a:solidFill>
                <a:uFillTx/>
                <a:latin typeface="Calibri"/>
                <a:ea typeface="游ゴシック" pitchFamily="34"/>
              </a:defRPr>
            </a:lvl1pPr>
          </a:lstStyle>
          <a:p>
            <a:pPr lvl="0"/>
            <a:endParaRPr lang="en-US"/>
          </a:p>
        </p:txBody>
      </p:sp>
      <p:sp>
        <p:nvSpPr>
          <p:cNvPr id="6" name="Slide Number Placeholder 5">
            <a:extLst>
              <a:ext uri="{FF2B5EF4-FFF2-40B4-BE49-F238E27FC236}">
                <a16:creationId xmlns:a16="http://schemas.microsoft.com/office/drawing/2014/main" id="{7A69809A-6A04-37EE-29EA-F6680BBD4730}"/>
              </a:ext>
            </a:extLst>
          </p:cNvPr>
          <p:cNvSpPr txBox="1">
            <a:spLocks noGrp="1"/>
          </p:cNvSpPr>
          <p:nvPr>
            <p:ph type="sldNum" sz="quarter" idx="4"/>
          </p:nvPr>
        </p:nvSpPr>
        <p:spPr>
          <a:xfrm>
            <a:off x="7551096" y="7006699"/>
            <a:ext cx="2405658" cy="402482"/>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US" sz="1323" b="0" i="0" u="none" strike="noStrike" kern="1200" cap="none" spc="0" baseline="0">
                <a:solidFill>
                  <a:srgbClr val="898989"/>
                </a:solidFill>
                <a:uFillTx/>
                <a:latin typeface="Calibri"/>
                <a:ea typeface="游ゴシック" pitchFamily="34"/>
              </a:defRPr>
            </a:lvl1pPr>
          </a:lstStyle>
          <a:p>
            <a:pPr lvl="0"/>
            <a:fld id="{205576F5-C101-5640-84CE-C69780011BCD}"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marL="0" marR="0" lvl="0" indent="0" algn="l" defTabSz="1007943" rtl="0" fontAlgn="auto" hangingPunct="1">
        <a:lnSpc>
          <a:spcPct val="90000"/>
        </a:lnSpc>
        <a:spcBef>
          <a:spcPts val="0"/>
        </a:spcBef>
        <a:spcAft>
          <a:spcPts val="0"/>
        </a:spcAft>
        <a:buNone/>
        <a:tabLst/>
        <a:defRPr lang="ja-JP" sz="4850" b="0" i="0" u="none" strike="noStrike" kern="1200" cap="none" spc="0" baseline="0">
          <a:solidFill>
            <a:srgbClr val="000000"/>
          </a:solidFill>
          <a:uFillTx/>
          <a:latin typeface="Calibri Light"/>
          <a:ea typeface="游ゴシック Light" pitchFamily="34"/>
        </a:defRPr>
      </a:lvl1pPr>
    </p:titleStyle>
    <p:bodyStyle>
      <a:lvl1pPr marL="251990" marR="0" lvl="0" indent="-251990" algn="l" defTabSz="1007943" rtl="0" fontAlgn="auto" hangingPunct="1">
        <a:lnSpc>
          <a:spcPct val="90000"/>
        </a:lnSpc>
        <a:spcBef>
          <a:spcPts val="1100"/>
        </a:spcBef>
        <a:spcAft>
          <a:spcPts val="0"/>
        </a:spcAft>
        <a:buSzPct val="100000"/>
        <a:buFont typeface="Arial" pitchFamily="34"/>
        <a:buChar char="•"/>
        <a:tabLst/>
        <a:defRPr lang="ja-JP" sz="3086" b="0" i="0" u="none" strike="noStrike" kern="1200" cap="none" spc="0" baseline="0">
          <a:solidFill>
            <a:srgbClr val="000000"/>
          </a:solidFill>
          <a:uFillTx/>
          <a:latin typeface="Calibri"/>
          <a:ea typeface="游ゴシック" pitchFamily="34"/>
        </a:defRPr>
      </a:lvl1pPr>
      <a:lvl2pPr marL="755952" marR="0" lvl="1" indent="-251990" algn="l" defTabSz="1007943" rtl="0" fontAlgn="auto" hangingPunct="1">
        <a:lnSpc>
          <a:spcPct val="90000"/>
        </a:lnSpc>
        <a:spcBef>
          <a:spcPts val="550"/>
        </a:spcBef>
        <a:spcAft>
          <a:spcPts val="0"/>
        </a:spcAft>
        <a:buSzPct val="100000"/>
        <a:buFont typeface="Arial" pitchFamily="34"/>
        <a:buChar char="•"/>
        <a:tabLst/>
        <a:defRPr lang="ja-JP" sz="2646" b="0" i="0" u="none" strike="noStrike" kern="1200" cap="none" spc="0" baseline="0">
          <a:solidFill>
            <a:srgbClr val="000000"/>
          </a:solidFill>
          <a:uFillTx/>
          <a:latin typeface="Calibri"/>
          <a:ea typeface="游ゴシック" pitchFamily="34"/>
        </a:defRPr>
      </a:lvl2pPr>
      <a:lvl3pPr marL="1259933" marR="0" lvl="2" indent="-251990" algn="l" defTabSz="1007943" rtl="0" fontAlgn="auto" hangingPunct="1">
        <a:lnSpc>
          <a:spcPct val="90000"/>
        </a:lnSpc>
        <a:spcBef>
          <a:spcPts val="550"/>
        </a:spcBef>
        <a:spcAft>
          <a:spcPts val="0"/>
        </a:spcAft>
        <a:buSzPct val="100000"/>
        <a:buFont typeface="Arial" pitchFamily="34"/>
        <a:buChar char="•"/>
        <a:tabLst/>
        <a:defRPr lang="ja-JP" sz="2205" b="0" i="0" u="none" strike="noStrike" kern="1200" cap="none" spc="0" baseline="0">
          <a:solidFill>
            <a:srgbClr val="000000"/>
          </a:solidFill>
          <a:uFillTx/>
          <a:latin typeface="Calibri"/>
          <a:ea typeface="游ゴシック" pitchFamily="34"/>
        </a:defRPr>
      </a:lvl3pPr>
      <a:lvl4pPr marL="1763895" marR="0" lvl="3" indent="-251990" algn="l" defTabSz="1007943" rtl="0" fontAlgn="auto" hangingPunct="1">
        <a:lnSpc>
          <a:spcPct val="90000"/>
        </a:lnSpc>
        <a:spcBef>
          <a:spcPts val="550"/>
        </a:spcBef>
        <a:spcAft>
          <a:spcPts val="0"/>
        </a:spcAft>
        <a:buSzPct val="100000"/>
        <a:buFont typeface="Arial" pitchFamily="34"/>
        <a:buChar char="•"/>
        <a:tabLst/>
        <a:defRPr lang="ja-JP" sz="1984" b="0" i="0" u="none" strike="noStrike" kern="1200" cap="none" spc="0" baseline="0">
          <a:solidFill>
            <a:srgbClr val="000000"/>
          </a:solidFill>
          <a:uFillTx/>
          <a:latin typeface="Calibri"/>
          <a:ea typeface="游ゴシック" pitchFamily="34"/>
        </a:defRPr>
      </a:lvl4pPr>
      <a:lvl5pPr marL="2267867" marR="0" lvl="4" indent="-251990" algn="l" defTabSz="1007943" rtl="0" fontAlgn="auto" hangingPunct="1">
        <a:lnSpc>
          <a:spcPct val="90000"/>
        </a:lnSpc>
        <a:spcBef>
          <a:spcPts val="550"/>
        </a:spcBef>
        <a:spcAft>
          <a:spcPts val="0"/>
        </a:spcAft>
        <a:buSzPct val="100000"/>
        <a:buFont typeface="Arial" pitchFamily="34"/>
        <a:buChar char="•"/>
        <a:tabLst/>
        <a:defRPr lang="ja-JP" sz="1984" b="0" i="0" u="none" strike="noStrike" kern="1200" cap="none" spc="0" baseline="0">
          <a:solidFill>
            <a:srgbClr val="000000"/>
          </a:solidFill>
          <a:uFillTx/>
          <a:latin typeface="Calibri"/>
          <a:ea typeface="游ゴシック" pitchFamily="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ja-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9.png"/><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lgn="ctr">
              <a:lnSpc>
                <a:spcPct val="120000"/>
              </a:lnSpc>
            </a:pPr>
            <a:r>
              <a:rPr sz="2400" b="1" i="0">
                <a:solidFill>
                  <a:srgbClr val="193950"/>
                </a:solidFill>
                <a:latin typeface="Noto Sans CJK JP"/>
                <a:ea typeface="Noto Sans CJK JP"/>
                <a:cs typeface="Noto Sans CJK JP"/>
              </a:rPr>
              <a:t>制度導入の背景および検討プロセスの整理</a:t>
            </a:r>
          </a:p>
          <a:p>
            <a:pPr algn="ctr">
              <a:lnSpc>
                <a:spcPct val="120000"/>
              </a:lnSpc>
            </a:pPr>
            <a:r>
              <a:rPr sz="2400" b="1" i="0">
                <a:solidFill>
                  <a:srgbClr val="193950"/>
                </a:solidFill>
                <a:latin typeface="Noto Sans CJK JP"/>
                <a:ea typeface="Noto Sans CJK JP"/>
                <a:cs typeface="Noto Sans CJK JP"/>
              </a:rPr>
              <a:t>― なぜフランスは動的LCAを選んだのか ―</a:t>
            </a:r>
          </a:p>
        </p:txBody>
      </p:sp>
      <p:sp>
        <p:nvSpPr>
          <p:cNvPr id="3" name="Subtitle 2"/>
          <p:cNvSpPr>
            <a:spLocks noGrp="1"/>
          </p:cNvSpPr>
          <p:nvPr>
            <p:ph type="subTitle" idx="1"/>
          </p:nvPr>
        </p:nvSpPr>
        <p:spPr/>
        <p:txBody>
          <a:bodyPr wrap="square"/>
          <a:lstStyle/>
          <a:p>
            <a:pPr algn="ctr"/>
            <a:r>
              <a:rPr sz="1400" b="0" i="0">
                <a:solidFill>
                  <a:srgbClr val="125486"/>
                </a:solidFill>
                <a:latin typeface="Noto Sans CJK JP"/>
                <a:ea typeface="Noto Sans CJK JP"/>
                <a:cs typeface="Noto Sans CJK JP"/>
              </a:rPr>
              <a:t>調査項目④　政策・制度調査　報告（第4版）</a:t>
            </a:r>
          </a:p>
        </p:txBody>
      </p:sp>
      <p:sp>
        <p:nvSpPr>
          <p:cNvPr id="4" name="TextBox 3"/>
          <p:cNvSpPr txBox="1"/>
          <p:nvPr/>
        </p:nvSpPr>
        <p:spPr>
          <a:xfrm>
            <a:off x="7600000" y="360000"/>
            <a:ext cx="2700000" cy="360000"/>
          </a:xfrm>
          <a:prstGeom prst="rect">
            <a:avLst/>
          </a:prstGeom>
          <a:noFill/>
        </p:spPr>
        <p:txBody>
          <a:bodyPr wrap="square" anchor="t" lIns="45000" rIns="45000" tIns="30000" bIns="30000">
            <a:spAutoFit/>
          </a:bodyPr>
          <a:lstStyle/>
          <a:p>
            <a:pPr algn="r">
              <a:lnSpc>
                <a:spcPct val="110000"/>
              </a:lnSpc>
            </a:pPr>
            <a:r>
              <a:rPr sz="1300" b="0" i="0">
                <a:solidFill>
                  <a:srgbClr val="6A7076"/>
                </a:solidFill>
                <a:latin typeface="Noto Sans CJK JP"/>
                <a:ea typeface="Noto Sans CJK JP"/>
                <a:cs typeface="Noto Sans CJK JP"/>
              </a:rPr>
              <a:t>2026年5月28日</a:t>
            </a:r>
          </a:p>
        </p:txBody>
      </p:sp>
      <p:sp>
        <p:nvSpPr>
          <p:cNvPr id="5" name="TextBox 4"/>
          <p:cNvSpPr txBox="1"/>
          <p:nvPr/>
        </p:nvSpPr>
        <p:spPr>
          <a:xfrm>
            <a:off x="400000" y="360000"/>
            <a:ext cx="5000000" cy="360000"/>
          </a:xfrm>
          <a:prstGeom prst="rect">
            <a:avLst/>
          </a:prstGeom>
          <a:noFill/>
        </p:spPr>
        <p:txBody>
          <a:bodyPr wrap="square" anchor="t" lIns="45000" rIns="45000" tIns="30000" bIns="30000">
            <a:spAutoFit/>
          </a:bodyPr>
          <a:lstStyle/>
          <a:p>
            <a:pPr algn="l">
              <a:lnSpc>
                <a:spcPct val="110000"/>
              </a:lnSpc>
            </a:pPr>
            <a:r>
              <a:rPr sz="1300" b="0" i="0">
                <a:solidFill>
                  <a:srgbClr val="6A7076"/>
                </a:solidFill>
                <a:latin typeface="Noto Sans CJK JP"/>
                <a:ea typeface="Noto Sans CJK JP"/>
                <a:cs typeface="Noto Sans CJK JP"/>
              </a:rPr>
              <a:t>林野庁　御中</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エグゼクティブサマリー</a:t>
            </a:r>
          </a:p>
          <a:p>
            <a:pPr algn="l"/>
            <a:r>
              <a:rPr sz="1300" b="1" i="0">
                <a:solidFill>
                  <a:srgbClr val="125486"/>
                </a:solidFill>
                <a:latin typeface="Noto Sans CJK JP"/>
                <a:ea typeface="Noto Sans CJK JP"/>
                <a:cs typeface="Noto Sans CJK JP"/>
              </a:rPr>
              <a:t>4つの構造的必然性が同時に成立したことが決定要因</a:t>
            </a:r>
          </a:p>
        </p:txBody>
      </p:sp>
      <p:sp>
        <p:nvSpPr>
          <p:cNvPr id="4" name="Rectangle 3"/>
          <p:cNvSpPr/>
          <p:nvPr/>
        </p:nvSpPr>
        <p:spPr>
          <a:xfrm>
            <a:off x="399528" y="1470000"/>
            <a:ext cx="9900000" cy="900000"/>
          </a:xfrm>
          <a:prstGeom prst="rect">
            <a:avLst/>
          </a:prstGeom>
          <a:solidFill>
            <a:srgbClr val="1939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l">
              <a:lnSpc>
                <a:spcPct val="130000"/>
              </a:lnSpc>
            </a:pPr>
            <a:r>
              <a:rPr sz="1350" b="0" i="0">
                <a:solidFill>
                  <a:srgbClr val="FFFFFF"/>
                </a:solidFill>
                <a:latin typeface="Noto Sans CJK JP"/>
                <a:ea typeface="Noto Sans CJK JP"/>
                <a:cs typeface="Noto Sans CJK JP"/>
              </a:rPr>
              <a:t>核心命題：静的LCA（GWP100）は、木材建築物の炭素貯蔵という実在する気候便益を計測不能な評価指標であった。フランスはこの測定ツールの失敗を修正することで、気候目標・産業戦略・国際標準化の三目標を同時に達成した。</a:t>
            </a:r>
          </a:p>
        </p:txBody>
      </p:sp>
      <p:sp>
        <p:nvSpPr>
          <p:cNvPr id="5" name="Rectangle 4"/>
          <p:cNvSpPr/>
          <p:nvPr/>
        </p:nvSpPr>
        <p:spPr>
          <a:xfrm>
            <a:off x="399528" y="2500000"/>
            <a:ext cx="2750000" cy="660000"/>
          </a:xfrm>
          <a:prstGeom prst="rect">
            <a:avLst/>
          </a:prstGeom>
          <a:solidFill>
            <a:srgbClr val="016D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ctr">
              <a:lnSpc>
                <a:spcPct val="110000"/>
              </a:lnSpc>
            </a:pPr>
            <a:r>
              <a:rPr sz="1350" b="1" i="0">
                <a:solidFill>
                  <a:srgbClr val="FFFFFF"/>
                </a:solidFill>
                <a:latin typeface="Noto Sans CJK JP"/>
                <a:ea typeface="Noto Sans CJK JP"/>
                <a:cs typeface="Noto Sans CJK JP"/>
              </a:rPr>
              <a:t>① 科学的必要性</a:t>
            </a:r>
          </a:p>
        </p:txBody>
      </p:sp>
      <p:sp>
        <p:nvSpPr>
          <p:cNvPr id="6" name="Rectangle 5"/>
          <p:cNvSpPr/>
          <p:nvPr/>
        </p:nvSpPr>
        <p:spPr>
          <a:xfrm>
            <a:off x="3250000" y="2500000"/>
            <a:ext cx="7100000" cy="660000"/>
          </a:xfrm>
          <a:prstGeom prst="rect">
            <a:avLst/>
          </a:prstGeom>
          <a:solidFill>
            <a:srgbClr val="F0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l">
              <a:lnSpc>
                <a:spcPct val="120000"/>
              </a:lnSpc>
            </a:pPr>
            <a:r>
              <a:rPr sz="1250" b="0" i="0">
                <a:solidFill>
                  <a:srgbClr val="1A1A1A"/>
                </a:solidFill>
                <a:latin typeface="Noto Sans CJK JP"/>
                <a:ea typeface="Noto Sans CJK JP"/>
                <a:cs typeface="Noto Sans CJK JP"/>
              </a:rPr>
              <a:t>静的GWP100は「後の排出ほど気候影響が小さい」物理的事実を無視する構造的欠陥</a:t>
            </a:r>
          </a:p>
        </p:txBody>
      </p:sp>
      <p:sp>
        <p:nvSpPr>
          <p:cNvPr id="7" name="Rectangle 6"/>
          <p:cNvSpPr/>
          <p:nvPr/>
        </p:nvSpPr>
        <p:spPr>
          <a:xfrm>
            <a:off x="399528" y="3230000"/>
            <a:ext cx="2750000" cy="660000"/>
          </a:xfrm>
          <a:prstGeom prst="rect">
            <a:avLst/>
          </a:prstGeom>
          <a:solidFill>
            <a:srgbClr val="004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ctr">
              <a:lnSpc>
                <a:spcPct val="110000"/>
              </a:lnSpc>
            </a:pPr>
            <a:r>
              <a:rPr sz="1350" b="1" i="0">
                <a:solidFill>
                  <a:srgbClr val="FFFFFF"/>
                </a:solidFill>
                <a:latin typeface="Noto Sans CJK JP"/>
                <a:ea typeface="Noto Sans CJK JP"/>
                <a:cs typeface="Noto Sans CJK JP"/>
              </a:rPr>
              <a:t>② 政策的整合</a:t>
            </a:r>
          </a:p>
        </p:txBody>
      </p:sp>
      <p:sp>
        <p:nvSpPr>
          <p:cNvPr id="8" name="Rectangle 7"/>
          <p:cNvSpPr/>
          <p:nvPr/>
        </p:nvSpPr>
        <p:spPr>
          <a:xfrm>
            <a:off x="3250000" y="3230000"/>
            <a:ext cx="7100000" cy="660000"/>
          </a:xfrm>
          <a:prstGeom prst="rect">
            <a:avLst/>
          </a:prstGeom>
          <a:solidFill>
            <a:srgbClr val="F0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l">
              <a:lnSpc>
                <a:spcPct val="120000"/>
              </a:lnSpc>
            </a:pPr>
            <a:r>
              <a:rPr sz="1250" b="0" i="0">
                <a:solidFill>
                  <a:srgbClr val="1A1A1A"/>
                </a:solidFill>
                <a:latin typeface="Noto Sans CJK JP"/>
                <a:ea typeface="Noto Sans CJK JP"/>
                <a:cs typeface="Noto Sans CJK JP"/>
              </a:rPr>
              <a:t>SNBC 2050目標の達成には建材選択への正確な炭素シグナルが不可欠</a:t>
            </a:r>
          </a:p>
        </p:txBody>
      </p:sp>
      <p:sp>
        <p:nvSpPr>
          <p:cNvPr id="9" name="Rectangle 8"/>
          <p:cNvSpPr/>
          <p:nvPr/>
        </p:nvSpPr>
        <p:spPr>
          <a:xfrm>
            <a:off x="399528" y="3960000"/>
            <a:ext cx="2750000" cy="660000"/>
          </a:xfrm>
          <a:prstGeom prst="rect">
            <a:avLst/>
          </a:prstGeom>
          <a:solidFill>
            <a:srgbClr val="5AA2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ctr">
              <a:lnSpc>
                <a:spcPct val="110000"/>
              </a:lnSpc>
            </a:pPr>
            <a:r>
              <a:rPr sz="1350" b="1" i="0">
                <a:solidFill>
                  <a:srgbClr val="FFFFFF"/>
                </a:solidFill>
                <a:latin typeface="Noto Sans CJK JP"/>
                <a:ea typeface="Noto Sans CJK JP"/>
                <a:cs typeface="Noto Sans CJK JP"/>
              </a:rPr>
              <a:t>③ 産業戦略的利益</a:t>
            </a:r>
          </a:p>
        </p:txBody>
      </p:sp>
      <p:sp>
        <p:nvSpPr>
          <p:cNvPr id="10" name="Rectangle 9"/>
          <p:cNvSpPr/>
          <p:nvPr/>
        </p:nvSpPr>
        <p:spPr>
          <a:xfrm>
            <a:off x="3250000" y="3960000"/>
            <a:ext cx="7100000" cy="660000"/>
          </a:xfrm>
          <a:prstGeom prst="rect">
            <a:avLst/>
          </a:prstGeom>
          <a:solidFill>
            <a:srgbClr val="F0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l">
              <a:lnSpc>
                <a:spcPct val="120000"/>
              </a:lnSpc>
            </a:pPr>
            <a:r>
              <a:rPr sz="1250" b="0" i="0">
                <a:solidFill>
                  <a:srgbClr val="1A1A1A"/>
                </a:solidFill>
                <a:latin typeface="Noto Sans CJK JP"/>
                <a:ea typeface="Noto Sans CJK JP"/>
                <a:cs typeface="Noto Sans CJK JP"/>
              </a:rPr>
              <a:t>木材産業は静的LCAによって「公平な競争条件」を与えられていなかった</a:t>
            </a:r>
          </a:p>
        </p:txBody>
      </p:sp>
      <p:sp>
        <p:nvSpPr>
          <p:cNvPr id="11" name="Rectangle 10"/>
          <p:cNvSpPr/>
          <p:nvPr/>
        </p:nvSpPr>
        <p:spPr>
          <a:xfrm>
            <a:off x="399528" y="4690000"/>
            <a:ext cx="2750000" cy="660000"/>
          </a:xfrm>
          <a:prstGeom prst="rect">
            <a:avLst/>
          </a:prstGeom>
          <a:solidFill>
            <a:srgbClr val="1254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ctr">
              <a:lnSpc>
                <a:spcPct val="110000"/>
              </a:lnSpc>
            </a:pPr>
            <a:r>
              <a:rPr sz="1350" b="1" i="0">
                <a:solidFill>
                  <a:srgbClr val="FFFFFF"/>
                </a:solidFill>
                <a:latin typeface="Noto Sans CJK JP"/>
                <a:ea typeface="Noto Sans CJK JP"/>
                <a:cs typeface="Noto Sans CJK JP"/>
              </a:rPr>
              <a:t>④ 国際先行者戦略</a:t>
            </a:r>
          </a:p>
        </p:txBody>
      </p:sp>
      <p:sp>
        <p:nvSpPr>
          <p:cNvPr id="12" name="Rectangle 11"/>
          <p:cNvSpPr/>
          <p:nvPr/>
        </p:nvSpPr>
        <p:spPr>
          <a:xfrm>
            <a:off x="3250000" y="4690000"/>
            <a:ext cx="7100000" cy="660000"/>
          </a:xfrm>
          <a:prstGeom prst="rect">
            <a:avLst/>
          </a:prstGeom>
          <a:solidFill>
            <a:srgbClr val="F0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l">
              <a:lnSpc>
                <a:spcPct val="120000"/>
              </a:lnSpc>
            </a:pPr>
            <a:r>
              <a:rPr sz="1250" b="0" i="0">
                <a:solidFill>
                  <a:srgbClr val="1A1A1A"/>
                </a:solidFill>
                <a:latin typeface="Noto Sans CJK JP"/>
                <a:ea typeface="Noto Sans CJK JP"/>
                <a:cs typeface="Noto Sans CJK JP"/>
              </a:rPr>
              <a:t>ISO/EU規格を自国基準から先に形成し国際競争優位を確保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静的GWP100の構造的失敗</a:t>
            </a:r>
          </a:p>
          <a:p>
            <a:pPr algn="l"/>
            <a:r>
              <a:rPr sz="1300" b="1" i="0">
                <a:solidFill>
                  <a:srgbClr val="125486"/>
                </a:solidFill>
                <a:latin typeface="Noto Sans CJK JP"/>
                <a:ea typeface="Noto Sans CJK JP"/>
                <a:cs typeface="Noto Sans CJK JP"/>
              </a:rPr>
              <a:t>測定ツールの失敗が設計シグナルの失敗を引き起こす</a:t>
            </a:r>
          </a:p>
        </p:txBody>
      </p:sp>
      <p:sp>
        <p:nvSpPr>
          <p:cNvPr id="4" name="TextBox 3"/>
          <p:cNvSpPr txBox="1"/>
          <p:nvPr/>
        </p:nvSpPr>
        <p:spPr>
          <a:xfrm>
            <a:off x="399528" y="1480000"/>
            <a:ext cx="5050000" cy="1900000"/>
          </a:xfrm>
          <a:prstGeom prst="rect">
            <a:avLst/>
          </a:prstGeom>
          <a:noFill/>
        </p:spPr>
        <p:txBody>
          <a:bodyPr wrap="square" lIns="45000" rIns="45000" tIns="30000">
            <a:spAutoFit/>
          </a:bodyPr>
          <a:lstStyle/>
          <a:p>
            <a:pPr algn="l">
              <a:lnSpc>
                <a:spcPct val="135000"/>
              </a:lnSpc>
              <a:spcAft>
                <a:spcPts val="900"/>
              </a:spcAft>
            </a:pPr>
            <a:r>
              <a:rPr sz="1300" b="1" i="0">
                <a:solidFill>
                  <a:srgbClr val="125486"/>
                </a:solidFill>
                <a:latin typeface="Noto Sans CJK JP"/>
                <a:ea typeface="Noto Sans CJK JP"/>
                <a:cs typeface="Noto Sans CJK JP"/>
              </a:rPr>
              <a:t>● </a:t>
            </a:r>
            <a:r>
              <a:rPr sz="1300" b="1" i="0">
                <a:solidFill>
                  <a:srgbClr val="1A1A1A"/>
                </a:solidFill>
                <a:latin typeface="Noto Sans CJK JP"/>
                <a:ea typeface="Noto Sans CJK JP"/>
                <a:cs typeface="Noto Sans CJK JP"/>
              </a:rPr>
              <a:t>静的LCAでは木材はコンクリートと等しく「炭素的に中立」と評価される</a:t>
            </a:r>
          </a:p>
          <a:p>
            <a:pPr algn="l">
              <a:lnSpc>
                <a:spcPct val="135000"/>
              </a:lnSpc>
              <a:spcAft>
                <a:spcPts val="900"/>
              </a:spcAft>
            </a:pPr>
            <a:r>
              <a:rPr sz="1300" b="1" i="0">
                <a:solidFill>
                  <a:srgbClr val="125486"/>
                </a:solidFill>
                <a:latin typeface="Noto Sans CJK JP"/>
                <a:ea typeface="Noto Sans CJK JP"/>
                <a:cs typeface="Noto Sans CJK JP"/>
              </a:rPr>
              <a:t>● </a:t>
            </a:r>
            <a:r>
              <a:rPr sz="1300" b="0" i="0">
                <a:solidFill>
                  <a:srgbClr val="1A1A1A"/>
                </a:solidFill>
                <a:latin typeface="Noto Sans CJK JP"/>
                <a:ea typeface="Noto Sans CJK JP"/>
                <a:cs typeface="Noto Sans CJK JP"/>
              </a:rPr>
              <a:t>しかし50年後放出のCO₂は今日より42%少ない累積気候影響しか持たない</a:t>
            </a:r>
          </a:p>
          <a:p>
            <a:pPr algn="l">
              <a:lnSpc>
                <a:spcPct val="135000"/>
              </a:lnSpc>
              <a:spcAft>
                <a:spcPts val="900"/>
              </a:spcAft>
            </a:pPr>
            <a:r>
              <a:rPr sz="1300" b="1" i="0">
                <a:solidFill>
                  <a:srgbClr val="125486"/>
                </a:solidFill>
                <a:latin typeface="Noto Sans CJK JP"/>
                <a:ea typeface="Noto Sans CJK JP"/>
                <a:cs typeface="Noto Sans CJK JP"/>
              </a:rPr>
              <a:t>● </a:t>
            </a:r>
            <a:r>
              <a:rPr sz="1300" b="0" i="0">
                <a:solidFill>
                  <a:srgbClr val="1A1A1A"/>
                </a:solidFill>
                <a:latin typeface="Noto Sans CJK JP"/>
                <a:ea typeface="Noto Sans CJK JP"/>
                <a:cs typeface="Noto Sans CJK JP"/>
              </a:rPr>
              <a:t>設計者は木材でもコンクリートでも「同じ」という誤シグナルを受け取る</a:t>
            </a:r>
          </a:p>
        </p:txBody>
      </p:sp>
      <p:pic>
        <p:nvPicPr>
          <p:cNvPr id="5" name="Picture 4" descr="static_dyn.png"/>
          <p:cNvPicPr>
            <a:picLocks noChangeAspect="1"/>
          </p:cNvPicPr>
          <p:nvPr/>
        </p:nvPicPr>
        <p:blipFill>
          <a:blip r:embed="rId2"/>
          <a:stretch>
            <a:fillRect/>
          </a:stretch>
        </p:blipFill>
        <p:spPr>
          <a:xfrm>
            <a:off x="399528" y="3450000"/>
            <a:ext cx="4400000" cy="416335"/>
          </a:xfrm>
          <a:prstGeom prst="rect">
            <a:avLst/>
          </a:prstGeom>
        </p:spPr>
      </p:pic>
      <p:sp>
        <p:nvSpPr>
          <p:cNvPr id="6" name="Rectangle 5"/>
          <p:cNvSpPr/>
          <p:nvPr/>
        </p:nvSpPr>
        <p:spPr>
          <a:xfrm>
            <a:off x="399528" y="4150000"/>
            <a:ext cx="5050000" cy="900000"/>
          </a:xfrm>
          <a:prstGeom prst="rect">
            <a:avLst/>
          </a:prstGeom>
          <a:solidFill>
            <a:srgbClr val="FDF4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l">
              <a:lnSpc>
                <a:spcPct val="125000"/>
              </a:lnSpc>
            </a:pPr>
            <a:r>
              <a:rPr sz="1250" b="1" i="0">
                <a:solidFill>
                  <a:srgbClr val="193950"/>
                </a:solidFill>
                <a:latin typeface="Noto Sans CJK JP"/>
                <a:ea typeface="Noto Sans CJK JP"/>
                <a:cs typeface="Noto Sans CJK JP"/>
              </a:rPr>
              <a:t>動的LCAへの移行＝実在する気候便益を設計決定に正確に反映させる「測定ツールの修正」</a:t>
            </a:r>
          </a:p>
        </p:txBody>
      </p:sp>
      <p:pic>
        <p:nvPicPr>
          <p:cNvPr id="7" name="Picture 6" descr="fig_material_reversal.png"/>
          <p:cNvPicPr>
            <a:picLocks noChangeAspect="1"/>
          </p:cNvPicPr>
          <p:nvPr/>
        </p:nvPicPr>
        <p:blipFill>
          <a:blip r:embed="rId3"/>
          <a:stretch>
            <a:fillRect/>
          </a:stretch>
        </p:blipFill>
        <p:spPr>
          <a:xfrm>
            <a:off x="5300000" y="1949665"/>
            <a:ext cx="5100000" cy="285066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なぜ今（2022年）だったのか</a:t>
            </a:r>
          </a:p>
          <a:p>
            <a:pPr algn="l"/>
            <a:r>
              <a:rPr sz="1300" b="1" i="0">
                <a:solidFill>
                  <a:srgbClr val="125486"/>
                </a:solidFill>
                <a:latin typeface="Noto Sans CJK JP"/>
                <a:ea typeface="Noto Sans CJK JP"/>
                <a:cs typeface="Noto Sans CJK JP"/>
              </a:rPr>
              <a:t>規制化の4条件が2021〜22年に全て成立</a:t>
            </a:r>
          </a:p>
        </p:txBody>
      </p:sp>
      <p:pic>
        <p:nvPicPr>
          <p:cNvPr id="4" name="Picture 3" descr="fig_four_conditions.png"/>
          <p:cNvPicPr>
            <a:picLocks noChangeAspect="1"/>
          </p:cNvPicPr>
          <p:nvPr/>
        </p:nvPicPr>
        <p:blipFill>
          <a:blip r:embed="rId2"/>
          <a:stretch>
            <a:fillRect/>
          </a:stretch>
        </p:blipFill>
        <p:spPr>
          <a:xfrm>
            <a:off x="480000" y="1655489"/>
            <a:ext cx="5350000" cy="3299021"/>
          </a:xfrm>
          <a:prstGeom prst="rect">
            <a:avLst/>
          </a:prstGeom>
        </p:spPr>
      </p:pic>
      <p:graphicFrame>
        <p:nvGraphicFramePr>
          <p:cNvPr id="5" name="Table 4"/>
          <p:cNvGraphicFramePr>
            <a:graphicFrameLocks noGrp="1"/>
          </p:cNvGraphicFramePr>
          <p:nvPr/>
        </p:nvGraphicFramePr>
        <p:xfrm>
          <a:off x="6000000" y="1700000"/>
          <a:ext cx="4350000" cy="2060000"/>
        </p:xfrm>
        <a:graphic>
          <a:graphicData uri="http://schemas.openxmlformats.org/drawingml/2006/table">
            <a:tbl>
              <a:tblPr>
                <a:tableStyleId>{5C22544A-7EE6-4342-B048-85BDC9FD1C3A}</a:tableStyleId>
              </a:tblPr>
              <a:tblGrid>
                <a:gridCol w="1479000"/>
                <a:gridCol w="2871000"/>
              </a:tblGrid>
              <a:tr h="420000">
                <a:tc>
                  <a:txBody>
                    <a:bodyPr wrap="square"/>
                    <a:lstStyle/>
                    <a:p>
                      <a:pPr algn="ctr">
                        <a:lnSpc>
                          <a:spcPct val="105000"/>
                        </a:lnSpc>
                      </a:pPr>
                      <a:r>
                        <a:rPr sz="1250" b="1" i="0">
                          <a:solidFill>
                            <a:srgbClr val="FFFFFF"/>
                          </a:solidFill>
                          <a:latin typeface="Noto Sans CJK JP"/>
                          <a:ea typeface="Noto Sans CJK JP"/>
                          <a:cs typeface="Noto Sans CJK JP"/>
                        </a:rPr>
                        <a:t>条件</a:t>
                      </a:r>
                    </a:p>
                  </a:txBody>
                  <a:tcPr marL="55000" marR="55000" marT="25000" marB="25000" anchor="ctr">
                    <a:solidFill>
                      <a:srgbClr val="494D51"/>
                    </a:solidFill>
                  </a:tcPr>
                </a:tc>
                <a:tc>
                  <a:txBody>
                    <a:bodyPr wrap="square"/>
                    <a:lstStyle/>
                    <a:p>
                      <a:pPr algn="ctr">
                        <a:lnSpc>
                          <a:spcPct val="105000"/>
                        </a:lnSpc>
                      </a:pPr>
                      <a:r>
                        <a:rPr sz="1250" b="1" i="0">
                          <a:solidFill>
                            <a:srgbClr val="FFFFFF"/>
                          </a:solidFill>
                          <a:latin typeface="Noto Sans CJK JP"/>
                          <a:ea typeface="Noto Sans CJK JP"/>
                          <a:cs typeface="Noto Sans CJK JP"/>
                        </a:rPr>
                        <a:t>達成時期</a:t>
                      </a:r>
                    </a:p>
                  </a:txBody>
                  <a:tcPr marL="55000" marR="55000" marT="25000" marB="25000" anchor="ctr">
                    <a:solidFill>
                      <a:srgbClr val="494D51"/>
                    </a:solidFill>
                  </a:tcPr>
                </a:tc>
              </a:tr>
              <a:tr h="400000">
                <a:tc>
                  <a:txBody>
                    <a:bodyPr wrap="square"/>
                    <a:lstStyle/>
                    <a:p>
                      <a:pPr algn="ctr">
                        <a:lnSpc>
                          <a:spcPct val="105000"/>
                        </a:lnSpc>
                      </a:pPr>
                      <a:r>
                        <a:rPr sz="1200" b="0" i="0">
                          <a:solidFill>
                            <a:srgbClr val="1A1A1A"/>
                          </a:solidFill>
                          <a:latin typeface="Noto Sans CJK JP"/>
                          <a:ea typeface="Noto Sans CJK JP"/>
                          <a:cs typeface="Noto Sans CJK JP"/>
                        </a:rPr>
                        <a:t>科学的基盤</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2009 Benoist → 2018 Solinnen</a:t>
                      </a:r>
                    </a:p>
                  </a:txBody>
                  <a:tcPr marL="55000" marR="55000" marT="25000" marB="25000" anchor="ctr">
                    <a:solidFill>
                      <a:srgbClr val="FFFFFF"/>
                    </a:solidFill>
                  </a:tcPr>
                </a:tc>
              </a:tr>
              <a:tr h="400000">
                <a:tc>
                  <a:txBody>
                    <a:bodyPr wrap="square"/>
                    <a:lstStyle/>
                    <a:p>
                      <a:pPr algn="ctr">
                        <a:lnSpc>
                          <a:spcPct val="105000"/>
                        </a:lnSpc>
                      </a:pPr>
                      <a:r>
                        <a:rPr sz="1200" b="0" i="0">
                          <a:solidFill>
                            <a:srgbClr val="1A1A1A"/>
                          </a:solidFill>
                          <a:latin typeface="Noto Sans CJK JP"/>
                          <a:ea typeface="Noto Sans CJK JP"/>
                          <a:cs typeface="Noto Sans CJK JP"/>
                        </a:rPr>
                        <a:t>データ基盤</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E+C- (2016-2019)</a:t>
                      </a:r>
                    </a:p>
                  </a:txBody>
                  <a:tcPr marL="55000" marR="55000" marT="25000" marB="25000" anchor="ctr">
                    <a:solidFill>
                      <a:srgbClr val="C5C9CD"/>
                    </a:solidFill>
                  </a:tcPr>
                </a:tc>
              </a:tr>
              <a:tr h="400000">
                <a:tc>
                  <a:txBody>
                    <a:bodyPr wrap="square"/>
                    <a:lstStyle/>
                    <a:p>
                      <a:pPr algn="ctr">
                        <a:lnSpc>
                          <a:spcPct val="105000"/>
                        </a:lnSpc>
                      </a:pPr>
                      <a:r>
                        <a:rPr sz="1200" b="0" i="0">
                          <a:solidFill>
                            <a:srgbClr val="1A1A1A"/>
                          </a:solidFill>
                          <a:latin typeface="Noto Sans CJK JP"/>
                          <a:ea typeface="Noto Sans CJK JP"/>
                          <a:cs typeface="Noto Sans CJK JP"/>
                        </a:rPr>
                        <a:t>計算ツール</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Elodie (2018〜)</a:t>
                      </a:r>
                    </a:p>
                  </a:txBody>
                  <a:tcPr marL="55000" marR="55000" marT="25000" marB="25000" anchor="ctr">
                    <a:solidFill>
                      <a:srgbClr val="FFFFFF"/>
                    </a:solidFill>
                  </a:tcPr>
                </a:tc>
              </a:tr>
              <a:tr h="440000">
                <a:tc>
                  <a:txBody>
                    <a:bodyPr wrap="square"/>
                    <a:lstStyle/>
                    <a:p>
                      <a:pPr algn="ctr">
                        <a:lnSpc>
                          <a:spcPct val="105000"/>
                        </a:lnSpc>
                      </a:pPr>
                      <a:r>
                        <a:rPr sz="1200" b="0" i="0">
                          <a:solidFill>
                            <a:srgbClr val="1A1A1A"/>
                          </a:solidFill>
                          <a:latin typeface="Noto Sans CJK JP"/>
                          <a:ea typeface="Noto Sans CJK JP"/>
                          <a:cs typeface="Noto Sans CJK JP"/>
                        </a:rPr>
                        <a:t>政治的正当性</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FCBA支持＋EUグリーンディール</a:t>
                      </a:r>
                    </a:p>
                  </a:txBody>
                  <a:tcPr marL="55000" marR="55000" marT="25000" marB="25000" anchor="ctr">
                    <a:solidFill>
                      <a:srgbClr val="C5C9CD"/>
                    </a:solidFill>
                  </a:tcPr>
                </a:tc>
              </a:tr>
            </a:tbl>
          </a:graphicData>
        </a:graphic>
      </p:graphicFrame>
      <p:sp>
        <p:nvSpPr>
          <p:cNvPr id="6" name="Rectangle 5"/>
          <p:cNvSpPr/>
          <p:nvPr/>
        </p:nvSpPr>
        <p:spPr>
          <a:xfrm>
            <a:off x="6000000" y="3850000"/>
            <a:ext cx="4350000" cy="1000000"/>
          </a:xfrm>
          <a:prstGeom prst="rect">
            <a:avLst/>
          </a:prstGeom>
          <a:solidFill>
            <a:srgbClr val="E5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l">
              <a:lnSpc>
                <a:spcPct val="130000"/>
              </a:lnSpc>
            </a:pPr>
            <a:r>
              <a:rPr sz="1250" b="0" i="0">
                <a:solidFill>
                  <a:srgbClr val="193950"/>
                </a:solidFill>
                <a:latin typeface="Noto Sans CJK JP"/>
                <a:ea typeface="Noto Sans CJK JP"/>
                <a:cs typeface="Noto Sans CJK JP"/>
              </a:rPr>
              <a:t>E+C-実証2,200棟がseuil値の科学的根拠を構築。フランスは「10年の準備」を省略しなかった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15年の収束プロセス（2007〜2025）</a:t>
            </a:r>
          </a:p>
          <a:p>
            <a:pPr algn="l"/>
            <a:r>
              <a:rPr sz="1300" b="1" i="0">
                <a:solidFill>
                  <a:srgbClr val="125486"/>
                </a:solidFill>
                <a:latin typeface="Noto Sans CJK JP"/>
                <a:ea typeface="Noto Sans CJK JP"/>
                <a:cs typeface="Noto Sans CJK JP"/>
              </a:rPr>
              <a:t>科学・政策・産業・データの4条件が収束</a:t>
            </a:r>
          </a:p>
        </p:txBody>
      </p:sp>
      <p:pic>
        <p:nvPicPr>
          <p:cNvPr id="4" name="Picture 3" descr="fig_policy_timeline.png"/>
          <p:cNvPicPr>
            <a:picLocks noChangeAspect="1"/>
          </p:cNvPicPr>
          <p:nvPr/>
        </p:nvPicPr>
        <p:blipFill>
          <a:blip r:embed="rId2"/>
          <a:stretch>
            <a:fillRect/>
          </a:stretch>
        </p:blipFill>
        <p:spPr>
          <a:xfrm>
            <a:off x="1711912" y="1500000"/>
            <a:ext cx="7276174" cy="3650000"/>
          </a:xfrm>
          <a:prstGeom prst="rect">
            <a:avLst/>
          </a:prstGeom>
        </p:spPr>
      </p:pic>
      <p:sp>
        <p:nvSpPr>
          <p:cNvPr id="5" name="TextBox 4"/>
          <p:cNvSpPr txBox="1"/>
          <p:nvPr/>
        </p:nvSpPr>
        <p:spPr>
          <a:xfrm>
            <a:off x="399528" y="6760000"/>
            <a:ext cx="7600000" cy="330000"/>
          </a:xfrm>
          <a:prstGeom prst="rect">
            <a:avLst/>
          </a:prstGeom>
          <a:noFill/>
        </p:spPr>
        <p:txBody>
          <a:bodyPr wrap="square" anchor="t" lIns="45000" rIns="45000" tIns="30000" bIns="30000">
            <a:spAutoFit/>
          </a:bodyPr>
          <a:lstStyle/>
          <a:p>
            <a:pPr algn="l">
              <a:lnSpc>
                <a:spcPct val="110000"/>
              </a:lnSpc>
            </a:pPr>
            <a:r>
              <a:rPr sz="1200" b="0" i="0">
                <a:solidFill>
                  <a:srgbClr val="6A7076"/>
                </a:solidFill>
                <a:latin typeface="Noto Sans CJK JP"/>
                <a:ea typeface="Noto Sans CJK JP"/>
                <a:cs typeface="Noto Sans CJK JP"/>
              </a:rPr>
              <a:t>出典: 第1編報告書 §2.3; Benoist (2009); Solinnen (2018); Cerema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所管省庁・組織体制と各機関の役割</a:t>
            </a:r>
          </a:p>
          <a:p>
            <a:pPr algn="l"/>
            <a:r>
              <a:rPr sz="1300" b="1" i="0">
                <a:solidFill>
                  <a:srgbClr val="125486"/>
                </a:solidFill>
                <a:latin typeface="Noto Sans CJK JP"/>
                <a:ea typeface="Noto Sans CJK JP"/>
                <a:cs typeface="Noto Sans CJK JP"/>
              </a:rPr>
              <a:t>誰が何を決め、誰が何を根拠として提供したか</a:t>
            </a:r>
          </a:p>
        </p:txBody>
      </p:sp>
      <p:graphicFrame>
        <p:nvGraphicFramePr>
          <p:cNvPr id="4" name="Table 3"/>
          <p:cNvGraphicFramePr>
            <a:graphicFrameLocks noGrp="1"/>
          </p:cNvGraphicFramePr>
          <p:nvPr/>
        </p:nvGraphicFramePr>
        <p:xfrm>
          <a:off x="399528" y="1470000"/>
          <a:ext cx="9900000" cy="3080000"/>
        </p:xfrm>
        <a:graphic>
          <a:graphicData uri="http://schemas.openxmlformats.org/drawingml/2006/table">
            <a:tbl>
              <a:tblPr>
                <a:tableStyleId>{5C22544A-7EE6-4342-B048-85BDC9FD1C3A}</a:tableStyleId>
              </a:tblPr>
              <a:tblGrid>
                <a:gridCol w="3960000"/>
                <a:gridCol w="5940000"/>
              </a:tblGrid>
              <a:tr h="420000">
                <a:tc>
                  <a:txBody>
                    <a:bodyPr wrap="square"/>
                    <a:lstStyle/>
                    <a:p>
                      <a:pPr algn="ctr">
                        <a:lnSpc>
                          <a:spcPct val="105000"/>
                        </a:lnSpc>
                      </a:pPr>
                      <a:r>
                        <a:rPr sz="1250" b="1" i="0">
                          <a:solidFill>
                            <a:srgbClr val="FFFFFF"/>
                          </a:solidFill>
                          <a:latin typeface="Noto Sans CJK JP"/>
                          <a:ea typeface="Noto Sans CJK JP"/>
                          <a:cs typeface="Noto Sans CJK JP"/>
                        </a:rPr>
                        <a:t>機関</a:t>
                      </a:r>
                    </a:p>
                  </a:txBody>
                  <a:tcPr marL="55000" marR="55000" marT="25000" marB="25000" anchor="ctr">
                    <a:solidFill>
                      <a:srgbClr val="494D51"/>
                    </a:solidFill>
                  </a:tcPr>
                </a:tc>
                <a:tc>
                  <a:txBody>
                    <a:bodyPr wrap="square"/>
                    <a:lstStyle/>
                    <a:p>
                      <a:pPr algn="ctr">
                        <a:lnSpc>
                          <a:spcPct val="105000"/>
                        </a:lnSpc>
                      </a:pPr>
                      <a:r>
                        <a:rPr sz="1250" b="1" i="0">
                          <a:solidFill>
                            <a:srgbClr val="FFFFFF"/>
                          </a:solidFill>
                          <a:latin typeface="Noto Sans CJK JP"/>
                          <a:ea typeface="Noto Sans CJK JP"/>
                          <a:cs typeface="Noto Sans CJK JP"/>
                        </a:rPr>
                        <a:t>役割</a:t>
                      </a:r>
                    </a:p>
                  </a:txBody>
                  <a:tcPr marL="55000" marR="55000" marT="25000" marB="25000" anchor="ctr">
                    <a:solidFill>
                      <a:srgbClr val="494D51"/>
                    </a:solidFill>
                  </a:tcPr>
                </a:tc>
              </a:tr>
              <a:tr h="440000">
                <a:tc>
                  <a:txBody>
                    <a:bodyPr wrap="square"/>
                    <a:lstStyle/>
                    <a:p>
                      <a:pPr algn="ctr">
                        <a:lnSpc>
                          <a:spcPct val="105000"/>
                        </a:lnSpc>
                      </a:pPr>
                      <a:r>
                        <a:rPr sz="1200" b="0" i="0">
                          <a:solidFill>
                            <a:srgbClr val="1A1A1A"/>
                          </a:solidFill>
                          <a:latin typeface="Noto Sans CJK JP"/>
                          <a:ea typeface="Noto Sans CJK JP"/>
                          <a:cs typeface="Noto Sans CJK JP"/>
                        </a:rPr>
                        <a:t>DHUP（住宅都市計画局）</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RE2020の立案・法制化を主導。所管省庁の中核</a:t>
                      </a:r>
                    </a:p>
                  </a:txBody>
                  <a:tcPr marL="55000" marR="55000" marT="25000" marB="25000" anchor="ctr">
                    <a:solidFill>
                      <a:srgbClr val="FFFFFF"/>
                    </a:solidFill>
                  </a:tcPr>
                </a:tc>
              </a:tr>
              <a:tr h="440000">
                <a:tc>
                  <a:txBody>
                    <a:bodyPr wrap="square"/>
                    <a:lstStyle/>
                    <a:p>
                      <a:pPr algn="ctr">
                        <a:lnSpc>
                          <a:spcPct val="105000"/>
                        </a:lnSpc>
                      </a:pPr>
                      <a:r>
                        <a:rPr sz="1200" b="0" i="0">
                          <a:solidFill>
                            <a:srgbClr val="1A1A1A"/>
                          </a:solidFill>
                          <a:latin typeface="Noto Sans CJK JP"/>
                          <a:ea typeface="Noto Sans CJK JP"/>
                          <a:cs typeface="Noto Sans CJK JP"/>
                        </a:rPr>
                        <a:t>DGALN（自然・建築・土地整備総局）</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DHUP上位組織。政策の最終決定機関</a:t>
                      </a:r>
                    </a:p>
                  </a:txBody>
                  <a:tcPr marL="55000" marR="55000" marT="25000" marB="25000" anchor="ctr">
                    <a:solidFill>
                      <a:srgbClr val="C5C9CD"/>
                    </a:solidFill>
                  </a:tcPr>
                </a:tc>
              </a:tr>
              <a:tr h="440000">
                <a:tc>
                  <a:txBody>
                    <a:bodyPr wrap="square"/>
                    <a:lstStyle/>
                    <a:p>
                      <a:pPr algn="ctr">
                        <a:lnSpc>
                          <a:spcPct val="105000"/>
                        </a:lnSpc>
                      </a:pPr>
                      <a:r>
                        <a:rPr sz="1200" b="0" i="0">
                          <a:solidFill>
                            <a:srgbClr val="1A1A1A"/>
                          </a:solidFill>
                          <a:latin typeface="Noto Sans CJK JP"/>
                          <a:ea typeface="Noto Sans CJK JP"/>
                          <a:cs typeface="Noto Sans CJK JP"/>
                        </a:rPr>
                        <a:t>CSTB（建築科学技術センター）</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動的LCA計算ツール「Elodie」開発・FICES運営</a:t>
                      </a:r>
                    </a:p>
                  </a:txBody>
                  <a:tcPr marL="55000" marR="55000" marT="25000" marB="25000" anchor="ctr">
                    <a:solidFill>
                      <a:srgbClr val="FFFFFF"/>
                    </a:solidFill>
                  </a:tcPr>
                </a:tc>
              </a:tr>
              <a:tr h="440000">
                <a:tc>
                  <a:txBody>
                    <a:bodyPr wrap="square"/>
                    <a:lstStyle/>
                    <a:p>
                      <a:pPr algn="ctr">
                        <a:lnSpc>
                          <a:spcPct val="105000"/>
                        </a:lnSpc>
                      </a:pPr>
                      <a:r>
                        <a:rPr sz="1200" b="0" i="0">
                          <a:solidFill>
                            <a:srgbClr val="1A1A1A"/>
                          </a:solidFill>
                          <a:latin typeface="Noto Sans CJK JP"/>
                          <a:ea typeface="Noto Sans CJK JP"/>
                          <a:cs typeface="Noto Sans CJK JP"/>
                        </a:rPr>
                        <a:t>Cerema（環境・都市計画研究センター）</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技術ガイド作成・普及啓発。行政技術顧問</a:t>
                      </a:r>
                    </a:p>
                  </a:txBody>
                  <a:tcPr marL="55000" marR="55000" marT="25000" marB="25000" anchor="ctr">
                    <a:solidFill>
                      <a:srgbClr val="C5C9CD"/>
                    </a:solidFill>
                  </a:tcPr>
                </a:tc>
              </a:tr>
              <a:tr h="440000">
                <a:tc>
                  <a:txBody>
                    <a:bodyPr wrap="square"/>
                    <a:lstStyle/>
                    <a:p>
                      <a:pPr algn="ctr">
                        <a:lnSpc>
                          <a:spcPct val="105000"/>
                        </a:lnSpc>
                      </a:pPr>
                      <a:r>
                        <a:rPr sz="1200" b="0" i="0">
                          <a:solidFill>
                            <a:srgbClr val="1A1A1A"/>
                          </a:solidFill>
                          <a:latin typeface="Noto Sans CJK JP"/>
                          <a:ea typeface="Noto Sans CJK JP"/>
                          <a:cs typeface="Noto Sans CJK JP"/>
                        </a:rPr>
                        <a:t>ADEME（環境エネルギー管理庁）</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炭素評価手法の科学的レビュー</a:t>
                      </a:r>
                    </a:p>
                  </a:txBody>
                  <a:tcPr marL="55000" marR="55000" marT="25000" marB="25000" anchor="ctr">
                    <a:solidFill>
                      <a:srgbClr val="FFFFFF"/>
                    </a:solidFill>
                  </a:tcPr>
                </a:tc>
              </a:tr>
              <a:tr h="460000">
                <a:tc>
                  <a:txBody>
                    <a:bodyPr wrap="square"/>
                    <a:lstStyle/>
                    <a:p>
                      <a:pPr algn="ctr">
                        <a:lnSpc>
                          <a:spcPct val="105000"/>
                        </a:lnSpc>
                      </a:pPr>
                      <a:r>
                        <a:rPr sz="1200" b="0" i="0">
                          <a:solidFill>
                            <a:srgbClr val="1A1A1A"/>
                          </a:solidFill>
                          <a:latin typeface="Noto Sans CJK JP"/>
                          <a:ea typeface="Noto Sans CJK JP"/>
                          <a:cs typeface="Noto Sans CJK JP"/>
                        </a:rPr>
                        <a:t>FCBA（木材・建設木材センター）</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木材産業研究機関。動的LCA条項を科学的・政治的に支持</a:t>
                      </a:r>
                    </a:p>
                  </a:txBody>
                  <a:tcPr marL="55000" marR="55000" marT="25000" marB="25000" anchor="ctr">
                    <a:solidFill>
                      <a:srgbClr val="C5C9CD"/>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なぜ他の手段でなく動的LCAだったのか</a:t>
            </a:r>
          </a:p>
          <a:p>
            <a:pPr algn="l"/>
            <a:r>
              <a:rPr sz="1300" b="1" i="0">
                <a:solidFill>
                  <a:srgbClr val="125486"/>
                </a:solidFill>
                <a:latin typeface="Noto Sans CJK JP"/>
                <a:ea typeface="Noto Sans CJK JP"/>
                <a:cs typeface="Noto Sans CJK JP"/>
              </a:rPr>
              <a:t>検討された代替手段と却下の理由</a:t>
            </a:r>
          </a:p>
        </p:txBody>
      </p:sp>
      <p:graphicFrame>
        <p:nvGraphicFramePr>
          <p:cNvPr id="4" name="Table 3"/>
          <p:cNvGraphicFramePr>
            <a:graphicFrameLocks noGrp="1"/>
          </p:cNvGraphicFramePr>
          <p:nvPr/>
        </p:nvGraphicFramePr>
        <p:xfrm>
          <a:off x="399528" y="1470000"/>
          <a:ext cx="9900000" cy="2620000"/>
        </p:xfrm>
        <a:graphic>
          <a:graphicData uri="http://schemas.openxmlformats.org/drawingml/2006/table">
            <a:tbl>
              <a:tblPr>
                <a:tableStyleId>{5C22544A-7EE6-4342-B048-85BDC9FD1C3A}</a:tableStyleId>
              </a:tblPr>
              <a:tblGrid>
                <a:gridCol w="2970000"/>
                <a:gridCol w="6930000"/>
              </a:tblGrid>
              <a:tr h="420000">
                <a:tc>
                  <a:txBody>
                    <a:bodyPr wrap="square"/>
                    <a:lstStyle/>
                    <a:p>
                      <a:pPr algn="ctr">
                        <a:lnSpc>
                          <a:spcPct val="105000"/>
                        </a:lnSpc>
                      </a:pPr>
                      <a:r>
                        <a:rPr sz="1250" b="1" i="0">
                          <a:solidFill>
                            <a:srgbClr val="FFFFFF"/>
                          </a:solidFill>
                          <a:latin typeface="Noto Sans CJK JP"/>
                          <a:ea typeface="Noto Sans CJK JP"/>
                          <a:cs typeface="Noto Sans CJK JP"/>
                        </a:rPr>
                        <a:t>代替手段</a:t>
                      </a:r>
                    </a:p>
                  </a:txBody>
                  <a:tcPr marL="55000" marR="55000" marT="25000" marB="25000" anchor="ctr">
                    <a:solidFill>
                      <a:srgbClr val="494D51"/>
                    </a:solidFill>
                  </a:tcPr>
                </a:tc>
                <a:tc>
                  <a:txBody>
                    <a:bodyPr wrap="square"/>
                    <a:lstStyle/>
                    <a:p>
                      <a:pPr algn="ctr">
                        <a:lnSpc>
                          <a:spcPct val="105000"/>
                        </a:lnSpc>
                      </a:pPr>
                      <a:r>
                        <a:rPr sz="1250" b="1" i="0">
                          <a:solidFill>
                            <a:srgbClr val="FFFFFF"/>
                          </a:solidFill>
                          <a:latin typeface="Noto Sans CJK JP"/>
                          <a:ea typeface="Noto Sans CJK JP"/>
                          <a:cs typeface="Noto Sans CJK JP"/>
                        </a:rPr>
                        <a:t>却下の理由</a:t>
                      </a:r>
                    </a:p>
                  </a:txBody>
                  <a:tcPr marL="55000" marR="55000" marT="25000" marB="25000" anchor="ctr">
                    <a:solidFill>
                      <a:srgbClr val="494D51"/>
                    </a:solidFill>
                  </a:tcPr>
                </a:tc>
              </a:tr>
              <a:tr h="440000">
                <a:tc>
                  <a:txBody>
                    <a:bodyPr wrap="square"/>
                    <a:lstStyle/>
                    <a:p>
                      <a:pPr algn="ctr">
                        <a:lnSpc>
                          <a:spcPct val="105000"/>
                        </a:lnSpc>
                      </a:pPr>
                      <a:r>
                        <a:rPr sz="1200" b="0" i="0">
                          <a:solidFill>
                            <a:srgbClr val="1A1A1A"/>
                          </a:solidFill>
                          <a:latin typeface="Noto Sans CJK JP"/>
                          <a:ea typeface="Noto Sans CJK JP"/>
                          <a:cs typeface="Noto Sans CJK JP"/>
                        </a:rPr>
                        <a:t>静的LCA継続</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木材の気候便益が計測不能。設計シグナルが誤り。SNBC目標達成に不十分</a:t>
                      </a:r>
                    </a:p>
                  </a:txBody>
                  <a:tcPr marL="55000" marR="55000" marT="25000" marB="25000" anchor="ctr">
                    <a:solidFill>
                      <a:srgbClr val="FFFFFF"/>
                    </a:solidFill>
                  </a:tcPr>
                </a:tc>
              </a:tr>
              <a:tr h="440000">
                <a:tc>
                  <a:txBody>
                    <a:bodyPr wrap="square"/>
                    <a:lstStyle/>
                    <a:p>
                      <a:pPr algn="ctr">
                        <a:lnSpc>
                          <a:spcPct val="105000"/>
                        </a:lnSpc>
                      </a:pPr>
                      <a:r>
                        <a:rPr sz="1200" b="0" i="0">
                          <a:solidFill>
                            <a:srgbClr val="1A1A1A"/>
                          </a:solidFill>
                          <a:latin typeface="Noto Sans CJK JP"/>
                          <a:ea typeface="Noto Sans CJK JP"/>
                          <a:cs typeface="Noto Sans CJK JP"/>
                        </a:rPr>
                        <a:t>木材への固定補助金</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物理的根拠のない固定値で科学的正当性なし。財政負担。EU規制と不整合</a:t>
                      </a:r>
                    </a:p>
                  </a:txBody>
                  <a:tcPr marL="55000" marR="55000" marT="25000" marB="25000" anchor="ctr">
                    <a:solidFill>
                      <a:srgbClr val="C5C9CD"/>
                    </a:solidFill>
                  </a:tcPr>
                </a:tc>
              </a:tr>
              <a:tr h="440000">
                <a:tc>
                  <a:txBody>
                    <a:bodyPr wrap="square"/>
                    <a:lstStyle/>
                    <a:p>
                      <a:pPr algn="ctr">
                        <a:lnSpc>
                          <a:spcPct val="105000"/>
                        </a:lnSpc>
                      </a:pPr>
                      <a:r>
                        <a:rPr sz="1200" b="0" i="0">
                          <a:solidFill>
                            <a:srgbClr val="1A1A1A"/>
                          </a:solidFill>
                          <a:latin typeface="Noto Sans CJK JP"/>
                          <a:ea typeface="Noto Sans CJK JP"/>
                          <a:cs typeface="Noto Sans CJK JP"/>
                        </a:rPr>
                        <a:t>静的＋別途報告</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「吸収t=0・放出t=50年」の物理的非対称性が反映されない</a:t>
                      </a:r>
                    </a:p>
                  </a:txBody>
                  <a:tcPr marL="55000" marR="55000" marT="25000" marB="25000" anchor="ctr">
                    <a:solidFill>
                      <a:srgbClr val="FFFFFF"/>
                    </a:solidFill>
                  </a:tcPr>
                </a:tc>
              </a:tr>
              <a:tr h="460000">
                <a:tc>
                  <a:txBody>
                    <a:bodyPr wrap="square"/>
                    <a:lstStyle/>
                    <a:p>
                      <a:pPr algn="ctr">
                        <a:lnSpc>
                          <a:spcPct val="105000"/>
                        </a:lnSpc>
                      </a:pPr>
                      <a:r>
                        <a:rPr sz="1200" b="0" i="0">
                          <a:solidFill>
                            <a:srgbClr val="1A1A1A"/>
                          </a:solidFill>
                          <a:latin typeface="Noto Sans CJK JP"/>
                          <a:ea typeface="Noto Sans CJK JP"/>
                          <a:cs typeface="Noto Sans CJK JP"/>
                        </a:rPr>
                        <a:t>完全な非線形DCF</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設計者・ツールへの要求が高く2022年段階で実装不可能 → 線形近似で過渡</a:t>
                      </a:r>
                    </a:p>
                  </a:txBody>
                  <a:tcPr marL="55000" marR="55000" marT="25000" marB="25000" anchor="ctr">
                    <a:solidFill>
                      <a:srgbClr val="C5C9CD"/>
                    </a:solidFill>
                  </a:tcPr>
                </a:tc>
              </a:tr>
              <a:tr h="420000">
                <a:tc>
                  <a:txBody>
                    <a:bodyPr wrap="square"/>
                    <a:lstStyle/>
                    <a:p>
                      <a:pPr algn="ctr">
                        <a:lnSpc>
                          <a:spcPct val="105000"/>
                        </a:lnSpc>
                      </a:pPr>
                      <a:r>
                        <a:rPr sz="1200" b="0" i="0">
                          <a:solidFill>
                            <a:srgbClr val="1A1A1A"/>
                          </a:solidFill>
                          <a:latin typeface="Noto Sans CJK JP"/>
                          <a:ea typeface="Noto Sans CJK JP"/>
                          <a:cs typeface="Noto Sans CJK JP"/>
                        </a:rPr>
                        <a:t>建築炭素税</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産業界の反発、炭素価格変動リスク、EU ETSとの重複</a:t>
                      </a:r>
                    </a:p>
                  </a:txBody>
                  <a:tcPr marL="55000" marR="55000" marT="25000" marB="25000" anchor="ctr">
                    <a:solidFill>
                      <a:srgbClr val="FFFFFF"/>
                    </a:solidFill>
                  </a:tcPr>
                </a:tc>
              </a:tr>
            </a:tbl>
          </a:graphicData>
        </a:graphic>
      </p:graphicFrame>
      <p:sp>
        <p:nvSpPr>
          <p:cNvPr id="5" name="Rectangle 4"/>
          <p:cNvSpPr/>
          <p:nvPr/>
        </p:nvSpPr>
        <p:spPr>
          <a:xfrm>
            <a:off x="399528" y="5350000"/>
            <a:ext cx="9900000" cy="520000"/>
          </a:xfrm>
          <a:prstGeom prst="rect">
            <a:avLst/>
          </a:prstGeom>
          <a:solidFill>
            <a:srgbClr val="1939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ctr">
              <a:lnSpc>
                <a:spcPct val="110000"/>
              </a:lnSpc>
            </a:pPr>
            <a:r>
              <a:rPr sz="1300" b="1" i="0">
                <a:solidFill>
                  <a:srgbClr val="FFFFFF"/>
                </a:solidFill>
                <a:latin typeface="Noto Sans CJK JP"/>
                <a:ea typeface="Noto Sans CJK JP"/>
                <a:cs typeface="Noto Sans CJK JP"/>
              </a:rPr>
              <a:t>結論：動的LCA（線形近似）は、科学的妥当性・実務的実現可能性・政治的受容性の三要件を唯一満たす手段</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産業界の対立と政府の政治的調停</a:t>
            </a:r>
          </a:p>
          <a:p>
            <a:pPr algn="l"/>
            <a:r>
              <a:rPr sz="1300" b="1" i="0">
                <a:solidFill>
                  <a:srgbClr val="125486"/>
                </a:solidFill>
                <a:latin typeface="Noto Sans CJK JP"/>
                <a:ea typeface="Noto Sans CJK JP"/>
                <a:cs typeface="Noto Sans CJK JP"/>
              </a:rPr>
              <a:t>コンクリート・鋼材産業の反対論拠と政府の対処</a:t>
            </a:r>
          </a:p>
        </p:txBody>
      </p:sp>
      <p:graphicFrame>
        <p:nvGraphicFramePr>
          <p:cNvPr id="4" name="Table 3"/>
          <p:cNvGraphicFramePr>
            <a:graphicFrameLocks noGrp="1"/>
          </p:cNvGraphicFramePr>
          <p:nvPr/>
        </p:nvGraphicFramePr>
        <p:xfrm>
          <a:off x="399528" y="1470000"/>
          <a:ext cx="9900000" cy="2360000"/>
        </p:xfrm>
        <a:graphic>
          <a:graphicData uri="http://schemas.openxmlformats.org/drawingml/2006/table">
            <a:tbl>
              <a:tblPr>
                <a:tableStyleId>{5C22544A-7EE6-4342-B048-85BDC9FD1C3A}</a:tableStyleId>
              </a:tblPr>
              <a:tblGrid>
                <a:gridCol w="4752000"/>
                <a:gridCol w="5148000"/>
              </a:tblGrid>
              <a:tr h="420000">
                <a:tc>
                  <a:txBody>
                    <a:bodyPr wrap="square"/>
                    <a:lstStyle/>
                    <a:p>
                      <a:pPr algn="ctr">
                        <a:lnSpc>
                          <a:spcPct val="105000"/>
                        </a:lnSpc>
                      </a:pPr>
                      <a:r>
                        <a:rPr sz="1250" b="1" i="0">
                          <a:solidFill>
                            <a:srgbClr val="FFFFFF"/>
                          </a:solidFill>
                          <a:latin typeface="Noto Sans CJK JP"/>
                          <a:ea typeface="Noto Sans CJK JP"/>
                          <a:cs typeface="Noto Sans CJK JP"/>
                        </a:rPr>
                        <a:t>反対側の論拠</a:t>
                      </a:r>
                    </a:p>
                  </a:txBody>
                  <a:tcPr marL="55000" marR="55000" marT="25000" marB="25000" anchor="ctr">
                    <a:solidFill>
                      <a:srgbClr val="494D51"/>
                    </a:solidFill>
                  </a:tcPr>
                </a:tc>
                <a:tc>
                  <a:txBody>
                    <a:bodyPr wrap="square"/>
                    <a:lstStyle/>
                    <a:p>
                      <a:pPr algn="ctr">
                        <a:lnSpc>
                          <a:spcPct val="105000"/>
                        </a:lnSpc>
                      </a:pPr>
                      <a:r>
                        <a:rPr sz="1250" b="1" i="0">
                          <a:solidFill>
                            <a:srgbClr val="FFFFFF"/>
                          </a:solidFill>
                          <a:latin typeface="Noto Sans CJK JP"/>
                          <a:ea typeface="Noto Sans CJK JP"/>
                          <a:cs typeface="Noto Sans CJK JP"/>
                        </a:rPr>
                        <a:t>政府・CSTB側の反論</a:t>
                      </a:r>
                    </a:p>
                  </a:txBody>
                  <a:tcPr marL="55000" marR="55000" marT="25000" marB="25000" anchor="ctr">
                    <a:solidFill>
                      <a:srgbClr val="494D51"/>
                    </a:solidFill>
                  </a:tcPr>
                </a:tc>
              </a:tr>
              <a:tr h="500000">
                <a:tc>
                  <a:txBody>
                    <a:bodyPr wrap="square"/>
                    <a:lstStyle/>
                    <a:p>
                      <a:pPr algn="l">
                        <a:lnSpc>
                          <a:spcPct val="105000"/>
                        </a:lnSpc>
                      </a:pPr>
                      <a:r>
                        <a:rPr sz="1200" b="0" i="0">
                          <a:solidFill>
                            <a:srgbClr val="1A1A1A"/>
                          </a:solidFill>
                          <a:latin typeface="Noto Sans CJK JP"/>
                          <a:ea typeface="Noto Sans CJK JP"/>
                          <a:cs typeface="Noto Sans CJK JP"/>
                        </a:rPr>
                        <a:t>EN15804・ISO14067・PEFと不整合（CERIB/FIB）</a:t>
                      </a:r>
                    </a:p>
                  </a:txBody>
                  <a:tcPr marL="55000" marR="55000" marT="25000" marB="25000" anchor="ctr">
                    <a:solidFill>
                      <a:srgbClr val="FFFFFF"/>
                    </a:solidFill>
                  </a:tcPr>
                </a:tc>
                <a:tc>
                  <a:txBody>
                    <a:bodyPr wrap="square"/>
                    <a:lstStyle/>
                    <a:p>
                      <a:pPr algn="l">
                        <a:lnSpc>
                          <a:spcPct val="105000"/>
                        </a:lnSpc>
                      </a:pPr>
                      <a:r>
                        <a:rPr sz="1200" b="0" i="0">
                          <a:solidFill>
                            <a:srgbClr val="1A1A1A"/>
                          </a:solidFill>
                          <a:latin typeface="Noto Sans CJK JP"/>
                          <a:ea typeface="Noto Sans CJK JP"/>
                          <a:cs typeface="Noto Sans CJK JP"/>
                        </a:rPr>
                        <a:t>EN15804は改訂中。仏が先行しEU改訂を促進できる</a:t>
                      </a:r>
                    </a:p>
                  </a:txBody>
                  <a:tcPr marL="55000" marR="55000" marT="25000" marB="25000" anchor="ctr">
                    <a:solidFill>
                      <a:srgbClr val="FFFFFF"/>
                    </a:solidFill>
                  </a:tcPr>
                </a:tc>
              </a:tr>
              <a:tr h="440000">
                <a:tc>
                  <a:txBody>
                    <a:bodyPr wrap="square"/>
                    <a:lstStyle/>
                    <a:p>
                      <a:pPr algn="l">
                        <a:lnSpc>
                          <a:spcPct val="105000"/>
                        </a:lnSpc>
                      </a:pPr>
                      <a:r>
                        <a:rPr sz="1200" b="0" i="0">
                          <a:solidFill>
                            <a:srgbClr val="1A1A1A"/>
                          </a:solidFill>
                          <a:latin typeface="Noto Sans CJK JP"/>
                          <a:ea typeface="Noto Sans CJK JP"/>
                          <a:cs typeface="Noto Sans CJK JP"/>
                        </a:rPr>
                        <a:t>一時的CO₂貯蔵は長期気候を解決しない</a:t>
                      </a:r>
                    </a:p>
                  </a:txBody>
                  <a:tcPr marL="55000" marR="55000" marT="25000" marB="25000" anchor="ctr">
                    <a:solidFill>
                      <a:srgbClr val="C5C9CD"/>
                    </a:solidFill>
                  </a:tcPr>
                </a:tc>
                <a:tc>
                  <a:txBody>
                    <a:bodyPr wrap="square"/>
                    <a:lstStyle/>
                    <a:p>
                      <a:pPr algn="l">
                        <a:lnSpc>
                          <a:spcPct val="105000"/>
                        </a:lnSpc>
                      </a:pPr>
                      <a:r>
                        <a:rPr sz="1200" b="0" i="0">
                          <a:solidFill>
                            <a:srgbClr val="1A1A1A"/>
                          </a:solidFill>
                          <a:latin typeface="Noto Sans CJK JP"/>
                          <a:ea typeface="Noto Sans CJK JP"/>
                          <a:cs typeface="Noto Sans CJK JP"/>
                        </a:rPr>
                        <a:t>累積放射強制力ベースで測定すれば物理的に正確</a:t>
                      </a:r>
                    </a:p>
                  </a:txBody>
                  <a:tcPr marL="55000" marR="55000" marT="25000" marB="25000" anchor="ctr">
                    <a:solidFill>
                      <a:srgbClr val="C5C9CD"/>
                    </a:solidFill>
                  </a:tcPr>
                </a:tc>
              </a:tr>
              <a:tr h="500000">
                <a:tc>
                  <a:txBody>
                    <a:bodyPr wrap="square"/>
                    <a:lstStyle/>
                    <a:p>
                      <a:pPr algn="l">
                        <a:lnSpc>
                          <a:spcPct val="105000"/>
                        </a:lnSpc>
                      </a:pPr>
                      <a:r>
                        <a:rPr sz="1200" b="0" i="0">
                          <a:solidFill>
                            <a:srgbClr val="1A1A1A"/>
                          </a:solidFill>
                          <a:latin typeface="Noto Sans CJK JP"/>
                          <a:ea typeface="Noto Sans CJK JP"/>
                          <a:cs typeface="Noto Sans CJK JP"/>
                        </a:rPr>
                        <a:t>SCM・電気炉鋼の優位性が評価されない（FFA）</a:t>
                      </a:r>
                    </a:p>
                  </a:txBody>
                  <a:tcPr marL="55000" marR="55000" marT="25000" marB="25000" anchor="ctr">
                    <a:solidFill>
                      <a:srgbClr val="FFFFFF"/>
                    </a:solidFill>
                  </a:tcPr>
                </a:tc>
                <a:tc>
                  <a:txBody>
                    <a:bodyPr wrap="square"/>
                    <a:lstStyle/>
                    <a:p>
                      <a:pPr algn="l">
                        <a:lnSpc>
                          <a:spcPct val="105000"/>
                        </a:lnSpc>
                      </a:pPr>
                      <a:r>
                        <a:rPr sz="1200" b="0" i="0">
                          <a:solidFill>
                            <a:srgbClr val="1A1A1A"/>
                          </a:solidFill>
                          <a:latin typeface="Noto Sans CJK JP"/>
                          <a:ea typeface="Noto Sans CJK JP"/>
                          <a:cs typeface="Noto Sans CJK JP"/>
                        </a:rPr>
                        <a:t>DモジュールはIc除外だが任意申告可。2028年再検討</a:t>
                      </a:r>
                    </a:p>
                  </a:txBody>
                  <a:tcPr marL="55000" marR="55000" marT="25000" marB="25000" anchor="ctr">
                    <a:solidFill>
                      <a:srgbClr val="FFFFFF"/>
                    </a:solidFill>
                  </a:tcPr>
                </a:tc>
              </a:tr>
              <a:tr h="500000">
                <a:tc>
                  <a:txBody>
                    <a:bodyPr wrap="square"/>
                    <a:lstStyle/>
                    <a:p>
                      <a:pPr algn="l">
                        <a:lnSpc>
                          <a:spcPct val="105000"/>
                        </a:lnSpc>
                      </a:pPr>
                      <a:r>
                        <a:rPr sz="1200" b="0" i="0">
                          <a:solidFill>
                            <a:srgbClr val="1A1A1A"/>
                          </a:solidFill>
                          <a:latin typeface="Noto Sans CJK JP"/>
                          <a:ea typeface="Noto Sans CJK JP"/>
                          <a:cs typeface="Noto Sans CJK JP"/>
                        </a:rPr>
                        <a:t>Elodieがコンクリート系最新EPDに非対応（CERIB）</a:t>
                      </a:r>
                    </a:p>
                  </a:txBody>
                  <a:tcPr marL="55000" marR="55000" marT="25000" marB="25000" anchor="ctr">
                    <a:solidFill>
                      <a:srgbClr val="C5C9CD"/>
                    </a:solidFill>
                  </a:tcPr>
                </a:tc>
                <a:tc>
                  <a:txBody>
                    <a:bodyPr wrap="square"/>
                    <a:lstStyle/>
                    <a:p>
                      <a:pPr algn="l">
                        <a:lnSpc>
                          <a:spcPct val="105000"/>
                        </a:lnSpc>
                      </a:pPr>
                      <a:r>
                        <a:rPr sz="1200" b="0" i="0">
                          <a:solidFill>
                            <a:srgbClr val="1A1A1A"/>
                          </a:solidFill>
                          <a:latin typeface="Noto Sans CJK JP"/>
                          <a:ea typeface="Noto Sans CJK JP"/>
                          <a:cs typeface="Noto Sans CJK JP"/>
                        </a:rPr>
                        <a:t>CSTB・CERIB共同で更新チームに招待</a:t>
                      </a:r>
                    </a:p>
                  </a:txBody>
                  <a:tcPr marL="55000" marR="55000" marT="25000" marB="25000" anchor="ctr">
                    <a:solidFill>
                      <a:srgbClr val="C5C9CD"/>
                    </a:solidFill>
                  </a:tcPr>
                </a:tc>
              </a:tr>
            </a:tbl>
          </a:graphicData>
        </a:graphic>
      </p:graphicFrame>
      <p:sp>
        <p:nvSpPr>
          <p:cNvPr id="5" name="Rectangle 4"/>
          <p:cNvSpPr/>
          <p:nvPr/>
        </p:nvSpPr>
        <p:spPr>
          <a:xfrm>
            <a:off x="399528" y="5300000"/>
            <a:ext cx="9900000" cy="560000"/>
          </a:xfrm>
          <a:prstGeom prst="rect">
            <a:avLst/>
          </a:prstGeom>
          <a:solidFill>
            <a:srgbClr val="F0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l">
              <a:lnSpc>
                <a:spcPct val="120000"/>
              </a:lnSpc>
            </a:pPr>
            <a:r>
              <a:rPr sz="1250" b="0" i="0">
                <a:solidFill>
                  <a:srgbClr val="1A1A1A"/>
                </a:solidFill>
                <a:latin typeface="Noto Sans CJK JP"/>
                <a:ea typeface="Noto Sans CJK JP"/>
                <a:cs typeface="Noto Sans CJK JP"/>
              </a:rPr>
              <a:t>調停メカニズム：段階的施行で猶予付与／Dモジュール問題を2028年に先送り／データ整備を国庫補助で共同投資</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段階的施行による産業界への猶予付与</a:t>
            </a:r>
          </a:p>
          <a:p>
            <a:pPr algn="l"/>
            <a:r>
              <a:rPr sz="1300" b="1" i="0">
                <a:solidFill>
                  <a:srgbClr val="125486"/>
                </a:solidFill>
                <a:latin typeface="Noto Sans CJK JP"/>
                <a:ea typeface="Noto Sans CJK JP"/>
                <a:cs typeface="Noto Sans CJK JP"/>
              </a:rPr>
              <a:t>アダプティブ・レギュレーションとしての制度設計</a:t>
            </a:r>
          </a:p>
        </p:txBody>
      </p:sp>
      <p:pic>
        <p:nvPicPr>
          <p:cNvPr id="4" name="Picture 3" descr="fig_phase_mediation.png"/>
          <p:cNvPicPr>
            <a:picLocks noChangeAspect="1"/>
          </p:cNvPicPr>
          <p:nvPr/>
        </p:nvPicPr>
        <p:blipFill>
          <a:blip r:embed="rId2"/>
          <a:stretch>
            <a:fillRect/>
          </a:stretch>
        </p:blipFill>
        <p:spPr>
          <a:xfrm>
            <a:off x="2126760" y="1550000"/>
            <a:ext cx="6606478" cy="2700000"/>
          </a:xfrm>
          <a:prstGeom prst="rect">
            <a:avLst/>
          </a:prstGeom>
        </p:spPr>
      </p:pic>
      <p:sp>
        <p:nvSpPr>
          <p:cNvPr id="5" name="TextBox 4"/>
          <p:cNvSpPr txBox="1"/>
          <p:nvPr/>
        </p:nvSpPr>
        <p:spPr>
          <a:xfrm>
            <a:off x="399528" y="4400000"/>
            <a:ext cx="9900000" cy="1600000"/>
          </a:xfrm>
          <a:prstGeom prst="rect">
            <a:avLst/>
          </a:prstGeom>
          <a:noFill/>
        </p:spPr>
        <p:txBody>
          <a:bodyPr wrap="square" lIns="45000" rIns="45000" tIns="30000">
            <a:spAutoFit/>
          </a:bodyPr>
          <a:lstStyle/>
          <a:p>
            <a:pPr algn="l">
              <a:lnSpc>
                <a:spcPct val="130000"/>
              </a:lnSpc>
              <a:spcAft>
                <a:spcPts val="700"/>
              </a:spcAft>
            </a:pPr>
            <a:r>
              <a:rPr sz="1250" b="1" i="0">
                <a:solidFill>
                  <a:srgbClr val="125486"/>
                </a:solidFill>
                <a:latin typeface="Noto Sans CJK JP"/>
                <a:ea typeface="Noto Sans CJK JP"/>
                <a:cs typeface="Noto Sans CJK JP"/>
              </a:rPr>
              <a:t>● </a:t>
            </a:r>
            <a:r>
              <a:rPr sz="1250" b="0" i="0">
                <a:solidFill>
                  <a:srgbClr val="1A1A1A"/>
                </a:solidFill>
                <a:latin typeface="Noto Sans CJK JP"/>
                <a:ea typeface="Noto Sans CJK JP"/>
                <a:cs typeface="Noto Sans CJK JP"/>
              </a:rPr>
              <a:t>Phase 1（640）はまず全産業を参加させ、Phase 2（530）で2年のノウハウ蓄積後に引き下げ</a:t>
            </a:r>
          </a:p>
          <a:p>
            <a:pPr algn="l">
              <a:lnSpc>
                <a:spcPct val="130000"/>
              </a:lnSpc>
              <a:spcAft>
                <a:spcPts val="700"/>
              </a:spcAft>
            </a:pPr>
            <a:r>
              <a:rPr sz="1250" b="1" i="0">
                <a:solidFill>
                  <a:srgbClr val="125486"/>
                </a:solidFill>
                <a:latin typeface="Noto Sans CJK JP"/>
                <a:ea typeface="Noto Sans CJK JP"/>
                <a:cs typeface="Noto Sans CJK JP"/>
              </a:rPr>
              <a:t>● </a:t>
            </a:r>
            <a:r>
              <a:rPr sz="1250" b="1" i="0">
                <a:solidFill>
                  <a:srgbClr val="1A1A1A"/>
                </a:solidFill>
                <a:latin typeface="Noto Sans CJK JP"/>
                <a:ea typeface="Noto Sans CJK JP"/>
                <a:cs typeface="Noto Sans CJK JP"/>
              </a:rPr>
              <a:t>Phase 3（490予定, 2028）で動的LCA係数・ISO 21391-1見直し → 反対派の要望を一部反映</a:t>
            </a:r>
          </a:p>
          <a:p>
            <a:pPr algn="l">
              <a:lnSpc>
                <a:spcPct val="130000"/>
              </a:lnSpc>
              <a:spcAft>
                <a:spcPts val="700"/>
              </a:spcAft>
            </a:pPr>
            <a:r>
              <a:rPr sz="1250" b="1" i="0">
                <a:solidFill>
                  <a:srgbClr val="125486"/>
                </a:solidFill>
                <a:latin typeface="Noto Sans CJK JP"/>
                <a:ea typeface="Noto Sans CJK JP"/>
                <a:cs typeface="Noto Sans CJK JP"/>
              </a:rPr>
              <a:t>● </a:t>
            </a:r>
            <a:r>
              <a:rPr sz="1250" b="0" i="0">
                <a:solidFill>
                  <a:srgbClr val="1A1A1A"/>
                </a:solidFill>
                <a:latin typeface="Noto Sans CJK JP"/>
                <a:ea typeface="Noto Sans CJK JP"/>
                <a:cs typeface="Noto Sans CJK JP"/>
              </a:rPr>
              <a:t>鋼鉄産業の「リサイクル鋼材便益をIcに」要求は「任意申告可」で一部受入、義務化議論は2028年に先送り</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Rivaton (2025) の主要勧告</a:t>
            </a:r>
          </a:p>
          <a:p>
            <a:pPr algn="l"/>
            <a:r>
              <a:rPr sz="1300" b="1" i="0">
                <a:solidFill>
                  <a:srgbClr val="125486"/>
                </a:solidFill>
                <a:latin typeface="Noto Sans CJK JP"/>
                <a:ea typeface="Noto Sans CJK JP"/>
                <a:cs typeface="Noto Sans CJK JP"/>
              </a:rPr>
              <a:t>RE2020施行3年評価（DHUP依頼）の12項目から抜粋</a:t>
            </a:r>
          </a:p>
        </p:txBody>
      </p:sp>
      <p:graphicFrame>
        <p:nvGraphicFramePr>
          <p:cNvPr id="4" name="Table 3"/>
          <p:cNvGraphicFramePr>
            <a:graphicFrameLocks noGrp="1"/>
          </p:cNvGraphicFramePr>
          <p:nvPr/>
        </p:nvGraphicFramePr>
        <p:xfrm>
          <a:off x="399528" y="1470000"/>
          <a:ext cx="9900000" cy="3000000"/>
        </p:xfrm>
        <a:graphic>
          <a:graphicData uri="http://schemas.openxmlformats.org/drawingml/2006/table">
            <a:tbl>
              <a:tblPr>
                <a:tableStyleId>{5C22544A-7EE6-4342-B048-85BDC9FD1C3A}</a:tableStyleId>
              </a:tblPr>
              <a:tblGrid>
                <a:gridCol w="990000"/>
                <a:gridCol w="7326000"/>
                <a:gridCol w="1584000"/>
              </a:tblGrid>
              <a:tr h="420000">
                <a:tc>
                  <a:txBody>
                    <a:bodyPr wrap="square"/>
                    <a:lstStyle/>
                    <a:p>
                      <a:pPr algn="ctr">
                        <a:lnSpc>
                          <a:spcPct val="105000"/>
                        </a:lnSpc>
                      </a:pPr>
                      <a:r>
                        <a:rPr sz="1250" b="1" i="0">
                          <a:solidFill>
                            <a:srgbClr val="FFFFFF"/>
                          </a:solidFill>
                          <a:latin typeface="Noto Sans CJK JP"/>
                          <a:ea typeface="Noto Sans CJK JP"/>
                          <a:cs typeface="Noto Sans CJK JP"/>
                        </a:rPr>
                        <a:t>No.</a:t>
                      </a:r>
                    </a:p>
                  </a:txBody>
                  <a:tcPr marL="55000" marR="55000" marT="25000" marB="25000" anchor="ctr">
                    <a:solidFill>
                      <a:srgbClr val="494D51"/>
                    </a:solidFill>
                  </a:tcPr>
                </a:tc>
                <a:tc>
                  <a:txBody>
                    <a:bodyPr wrap="square"/>
                    <a:lstStyle/>
                    <a:p>
                      <a:pPr algn="ctr">
                        <a:lnSpc>
                          <a:spcPct val="105000"/>
                        </a:lnSpc>
                      </a:pPr>
                      <a:r>
                        <a:rPr sz="1250" b="1" i="0">
                          <a:solidFill>
                            <a:srgbClr val="FFFFFF"/>
                          </a:solidFill>
                          <a:latin typeface="Noto Sans CJK JP"/>
                          <a:ea typeface="Noto Sans CJK JP"/>
                          <a:cs typeface="Noto Sans CJK JP"/>
                        </a:rPr>
                        <a:t>勧告内容</a:t>
                      </a:r>
                    </a:p>
                  </a:txBody>
                  <a:tcPr marL="55000" marR="55000" marT="25000" marB="25000" anchor="ctr">
                    <a:solidFill>
                      <a:srgbClr val="494D51"/>
                    </a:solidFill>
                  </a:tcPr>
                </a:tc>
                <a:tc>
                  <a:txBody>
                    <a:bodyPr wrap="square"/>
                    <a:lstStyle/>
                    <a:p>
                      <a:pPr algn="ctr">
                        <a:lnSpc>
                          <a:spcPct val="105000"/>
                        </a:lnSpc>
                      </a:pPr>
                      <a:r>
                        <a:rPr sz="1250" b="1" i="0">
                          <a:solidFill>
                            <a:srgbClr val="FFFFFF"/>
                          </a:solidFill>
                          <a:latin typeface="Noto Sans CJK JP"/>
                          <a:ea typeface="Noto Sans CJK JP"/>
                          <a:cs typeface="Noto Sans CJK JP"/>
                        </a:rPr>
                        <a:t>優先度</a:t>
                      </a:r>
                    </a:p>
                  </a:txBody>
                  <a:tcPr marL="55000" marR="55000" marT="25000" marB="25000" anchor="ctr">
                    <a:solidFill>
                      <a:srgbClr val="494D51"/>
                    </a:solidFill>
                  </a:tcPr>
                </a:tc>
              </a:tr>
              <a:tr h="440000">
                <a:tc>
                  <a:txBody>
                    <a:bodyPr wrap="square"/>
                    <a:lstStyle/>
                    <a:p>
                      <a:pPr algn="l">
                        <a:lnSpc>
                          <a:spcPct val="105000"/>
                        </a:lnSpc>
                      </a:pPr>
                      <a:r>
                        <a:rPr sz="1200" b="0" i="0">
                          <a:solidFill>
                            <a:srgbClr val="1A1A1A"/>
                          </a:solidFill>
                          <a:latin typeface="Noto Sans CJK JP"/>
                          <a:ea typeface="Noto Sans CJK JP"/>
                          <a:cs typeface="Noto Sans CJK JP"/>
                        </a:rPr>
                        <a:t>1</a:t>
                      </a:r>
                    </a:p>
                  </a:txBody>
                  <a:tcPr marL="55000" marR="55000" marT="25000" marB="25000" anchor="ctr">
                    <a:solidFill>
                      <a:srgbClr val="FFFFFF"/>
                    </a:solidFill>
                  </a:tcPr>
                </a:tc>
                <a:tc>
                  <a:txBody>
                    <a:bodyPr wrap="square"/>
                    <a:lstStyle/>
                    <a:p>
                      <a:pPr algn="l">
                        <a:lnSpc>
                          <a:spcPct val="105000"/>
                        </a:lnSpc>
                      </a:pPr>
                      <a:r>
                        <a:rPr sz="1200" b="0" i="0">
                          <a:solidFill>
                            <a:srgbClr val="1A1A1A"/>
                          </a:solidFill>
                          <a:latin typeface="Noto Sans CJK JP"/>
                          <a:ea typeface="Noto Sans CJK JP"/>
                          <a:cs typeface="Noto Sans CJK JP"/>
                        </a:rPr>
                        <a:t>FDESカバレッジを2027年までに2倍（約10,000件）に拡大</a:t>
                      </a:r>
                    </a:p>
                  </a:txBody>
                  <a:tcPr marL="55000" marR="55000" marT="25000" marB="25000" anchor="ctr">
                    <a:solidFill>
                      <a:srgbClr val="FFFFFF"/>
                    </a:solidFill>
                  </a:tcPr>
                </a:tc>
                <a:tc>
                  <a:txBody>
                    <a:bodyPr wrap="square"/>
                    <a:lstStyle/>
                    <a:p>
                      <a:pPr algn="l">
                        <a:lnSpc>
                          <a:spcPct val="105000"/>
                        </a:lnSpc>
                      </a:pPr>
                      <a:r>
                        <a:rPr sz="1200" b="0" i="0">
                          <a:solidFill>
                            <a:srgbClr val="1A1A1A"/>
                          </a:solidFill>
                          <a:latin typeface="Noto Sans CJK JP"/>
                          <a:ea typeface="Noto Sans CJK JP"/>
                          <a:cs typeface="Noto Sans CJK JP"/>
                        </a:rPr>
                        <a:t>最高</a:t>
                      </a:r>
                    </a:p>
                  </a:txBody>
                  <a:tcPr marL="55000" marR="55000" marT="25000" marB="25000" anchor="ctr">
                    <a:solidFill>
                      <a:srgbClr val="FFFFFF"/>
                    </a:solidFill>
                  </a:tcPr>
                </a:tc>
              </a:tr>
              <a:tr h="440000">
                <a:tc>
                  <a:txBody>
                    <a:bodyPr wrap="square"/>
                    <a:lstStyle/>
                    <a:p>
                      <a:pPr algn="l">
                        <a:lnSpc>
                          <a:spcPct val="105000"/>
                        </a:lnSpc>
                      </a:pPr>
                      <a:r>
                        <a:rPr sz="1200" b="0" i="0">
                          <a:solidFill>
                            <a:srgbClr val="1A1A1A"/>
                          </a:solidFill>
                          <a:latin typeface="Noto Sans CJK JP"/>
                          <a:ea typeface="Noto Sans CJK JP"/>
                          <a:cs typeface="Noto Sans CJK JP"/>
                        </a:rPr>
                        <a:t>5</a:t>
                      </a:r>
                    </a:p>
                  </a:txBody>
                  <a:tcPr marL="55000" marR="55000" marT="25000" marB="25000" anchor="ctr">
                    <a:solidFill>
                      <a:srgbClr val="C5C9CD"/>
                    </a:solidFill>
                  </a:tcPr>
                </a:tc>
                <a:tc>
                  <a:txBody>
                    <a:bodyPr wrap="square"/>
                    <a:lstStyle/>
                    <a:p>
                      <a:pPr algn="l">
                        <a:lnSpc>
                          <a:spcPct val="105000"/>
                        </a:lnSpc>
                      </a:pPr>
                      <a:r>
                        <a:rPr sz="1200" b="0" i="0">
                          <a:solidFill>
                            <a:srgbClr val="1A1A1A"/>
                          </a:solidFill>
                          <a:latin typeface="Noto Sans CJK JP"/>
                          <a:ea typeface="Noto Sans CJK JP"/>
                          <a:cs typeface="Noto Sans CJK JP"/>
                        </a:rPr>
                        <a:t>Phase 3でDO固定問題をISO 21391-1方式への移行で解消</a:t>
                      </a:r>
                    </a:p>
                  </a:txBody>
                  <a:tcPr marL="55000" marR="55000" marT="25000" marB="25000" anchor="ctr">
                    <a:solidFill>
                      <a:srgbClr val="C5C9CD"/>
                    </a:solidFill>
                  </a:tcPr>
                </a:tc>
                <a:tc>
                  <a:txBody>
                    <a:bodyPr wrap="square"/>
                    <a:lstStyle/>
                    <a:p>
                      <a:pPr algn="l">
                        <a:lnSpc>
                          <a:spcPct val="105000"/>
                        </a:lnSpc>
                      </a:pPr>
                      <a:r>
                        <a:rPr sz="1200" b="0" i="0">
                          <a:solidFill>
                            <a:srgbClr val="1A1A1A"/>
                          </a:solidFill>
                          <a:latin typeface="Noto Sans CJK JP"/>
                          <a:ea typeface="Noto Sans CJK JP"/>
                          <a:cs typeface="Noto Sans CJK JP"/>
                        </a:rPr>
                        <a:t>最高</a:t>
                      </a:r>
                    </a:p>
                  </a:txBody>
                  <a:tcPr marL="55000" marR="55000" marT="25000" marB="25000" anchor="ctr">
                    <a:solidFill>
                      <a:srgbClr val="C5C9CD"/>
                    </a:solidFill>
                  </a:tcPr>
                </a:tc>
              </a:tr>
              <a:tr h="420000">
                <a:tc>
                  <a:txBody>
                    <a:bodyPr wrap="square"/>
                    <a:lstStyle/>
                    <a:p>
                      <a:pPr algn="l">
                        <a:lnSpc>
                          <a:spcPct val="105000"/>
                        </a:lnSpc>
                      </a:pPr>
                      <a:r>
                        <a:rPr sz="1200" b="0" i="0">
                          <a:solidFill>
                            <a:srgbClr val="1A1A1A"/>
                          </a:solidFill>
                          <a:latin typeface="Noto Sans CJK JP"/>
                          <a:ea typeface="Noto Sans CJK JP"/>
                          <a:cs typeface="Noto Sans CJK JP"/>
                        </a:rPr>
                        <a:t>2</a:t>
                      </a:r>
                    </a:p>
                  </a:txBody>
                  <a:tcPr marL="55000" marR="55000" marT="25000" marB="25000" anchor="ctr">
                    <a:solidFill>
                      <a:srgbClr val="FFFFFF"/>
                    </a:solidFill>
                  </a:tcPr>
                </a:tc>
                <a:tc>
                  <a:txBody>
                    <a:bodyPr wrap="square"/>
                    <a:lstStyle/>
                    <a:p>
                      <a:pPr algn="l">
                        <a:lnSpc>
                          <a:spcPct val="105000"/>
                        </a:lnSpc>
                      </a:pPr>
                      <a:r>
                        <a:rPr sz="1200" b="0" i="0">
                          <a:solidFill>
                            <a:srgbClr val="1A1A1A"/>
                          </a:solidFill>
                          <a:latin typeface="Noto Sans CJK JP"/>
                          <a:ea typeface="Noto Sans CJK JP"/>
                          <a:cs typeface="Noto Sans CJK JP"/>
                        </a:rPr>
                        <a:t>中小建設業者向けEPD取得費用の国庫補助制度を設計</a:t>
                      </a:r>
                    </a:p>
                  </a:txBody>
                  <a:tcPr marL="55000" marR="55000" marT="25000" marB="25000" anchor="ctr">
                    <a:solidFill>
                      <a:srgbClr val="FFFFFF"/>
                    </a:solidFill>
                  </a:tcPr>
                </a:tc>
                <a:tc>
                  <a:txBody>
                    <a:bodyPr wrap="square"/>
                    <a:lstStyle/>
                    <a:p>
                      <a:pPr algn="l">
                        <a:lnSpc>
                          <a:spcPct val="105000"/>
                        </a:lnSpc>
                      </a:pPr>
                      <a:r>
                        <a:rPr sz="1200" b="0" i="0">
                          <a:solidFill>
                            <a:srgbClr val="1A1A1A"/>
                          </a:solidFill>
                          <a:latin typeface="Noto Sans CJK JP"/>
                          <a:ea typeface="Noto Sans CJK JP"/>
                          <a:cs typeface="Noto Sans CJK JP"/>
                        </a:rPr>
                        <a:t>高</a:t>
                      </a:r>
                    </a:p>
                  </a:txBody>
                  <a:tcPr marL="55000" marR="55000" marT="25000" marB="25000" anchor="ctr">
                    <a:solidFill>
                      <a:srgbClr val="FFFFFF"/>
                    </a:solidFill>
                  </a:tcPr>
                </a:tc>
              </a:tr>
              <a:tr h="420000">
                <a:tc>
                  <a:txBody>
                    <a:bodyPr wrap="square"/>
                    <a:lstStyle/>
                    <a:p>
                      <a:pPr algn="l">
                        <a:lnSpc>
                          <a:spcPct val="105000"/>
                        </a:lnSpc>
                      </a:pPr>
                      <a:r>
                        <a:rPr sz="1200" b="0" i="0">
                          <a:solidFill>
                            <a:srgbClr val="1A1A1A"/>
                          </a:solidFill>
                          <a:latin typeface="Noto Sans CJK JP"/>
                          <a:ea typeface="Noto Sans CJK JP"/>
                          <a:cs typeface="Noto Sans CJK JP"/>
                        </a:rPr>
                        <a:t>3</a:t>
                      </a:r>
                    </a:p>
                  </a:txBody>
                  <a:tcPr marL="55000" marR="55000" marT="25000" marB="25000" anchor="ctr">
                    <a:solidFill>
                      <a:srgbClr val="C5C9CD"/>
                    </a:solidFill>
                  </a:tcPr>
                </a:tc>
                <a:tc>
                  <a:txBody>
                    <a:bodyPr wrap="square"/>
                    <a:lstStyle/>
                    <a:p>
                      <a:pPr algn="l">
                        <a:lnSpc>
                          <a:spcPct val="105000"/>
                        </a:lnSpc>
                      </a:pPr>
                      <a:r>
                        <a:rPr sz="1200" b="0" i="0">
                          <a:solidFill>
                            <a:srgbClr val="1A1A1A"/>
                          </a:solidFill>
                          <a:latin typeface="Noto Sans CJK JP"/>
                          <a:ea typeface="Noto Sans CJK JP"/>
                          <a:cs typeface="Noto Sans CJK JP"/>
                        </a:rPr>
                        <a:t>Elodie計算ツールの年次更新サイクルを制度化</a:t>
                      </a:r>
                    </a:p>
                  </a:txBody>
                  <a:tcPr marL="55000" marR="55000" marT="25000" marB="25000" anchor="ctr">
                    <a:solidFill>
                      <a:srgbClr val="C5C9CD"/>
                    </a:solidFill>
                  </a:tcPr>
                </a:tc>
                <a:tc>
                  <a:txBody>
                    <a:bodyPr wrap="square"/>
                    <a:lstStyle/>
                    <a:p>
                      <a:pPr algn="l">
                        <a:lnSpc>
                          <a:spcPct val="105000"/>
                        </a:lnSpc>
                      </a:pPr>
                      <a:r>
                        <a:rPr sz="1200" b="0" i="0">
                          <a:solidFill>
                            <a:srgbClr val="1A1A1A"/>
                          </a:solidFill>
                          <a:latin typeface="Noto Sans CJK JP"/>
                          <a:ea typeface="Noto Sans CJK JP"/>
                          <a:cs typeface="Noto Sans CJK JP"/>
                        </a:rPr>
                        <a:t>高</a:t>
                      </a:r>
                    </a:p>
                  </a:txBody>
                  <a:tcPr marL="55000" marR="55000" marT="25000" marB="25000" anchor="ctr">
                    <a:solidFill>
                      <a:srgbClr val="C5C9CD"/>
                    </a:solidFill>
                  </a:tcPr>
                </a:tc>
              </a:tr>
              <a:tr h="420000">
                <a:tc>
                  <a:txBody>
                    <a:bodyPr wrap="square"/>
                    <a:lstStyle/>
                    <a:p>
                      <a:pPr algn="l">
                        <a:lnSpc>
                          <a:spcPct val="105000"/>
                        </a:lnSpc>
                      </a:pPr>
                      <a:r>
                        <a:rPr sz="1200" b="0" i="0">
                          <a:solidFill>
                            <a:srgbClr val="1A1A1A"/>
                          </a:solidFill>
                          <a:latin typeface="Noto Sans CJK JP"/>
                          <a:ea typeface="Noto Sans CJK JP"/>
                          <a:cs typeface="Noto Sans CJK JP"/>
                        </a:rPr>
                        <a:t>9</a:t>
                      </a:r>
                    </a:p>
                  </a:txBody>
                  <a:tcPr marL="55000" marR="55000" marT="25000" marB="25000" anchor="ctr">
                    <a:solidFill>
                      <a:srgbClr val="FFFFFF"/>
                    </a:solidFill>
                  </a:tcPr>
                </a:tc>
                <a:tc>
                  <a:txBody>
                    <a:bodyPr wrap="square"/>
                    <a:lstStyle/>
                    <a:p>
                      <a:pPr algn="l">
                        <a:lnSpc>
                          <a:spcPct val="105000"/>
                        </a:lnSpc>
                      </a:pPr>
                      <a:r>
                        <a:rPr sz="1200" b="0" i="0">
                          <a:solidFill>
                            <a:srgbClr val="1A1A1A"/>
                          </a:solidFill>
                          <a:latin typeface="Noto Sans CJK JP"/>
                          <a:ea typeface="Noto Sans CJK JP"/>
                          <a:cs typeface="Noto Sans CJK JP"/>
                        </a:rPr>
                        <a:t>AR4→AR6へのBernモデルパラメータ更新（Phase 3）</a:t>
                      </a:r>
                    </a:p>
                  </a:txBody>
                  <a:tcPr marL="55000" marR="55000" marT="25000" marB="25000" anchor="ctr">
                    <a:solidFill>
                      <a:srgbClr val="FFFFFF"/>
                    </a:solidFill>
                  </a:tcPr>
                </a:tc>
                <a:tc>
                  <a:txBody>
                    <a:bodyPr wrap="square"/>
                    <a:lstStyle/>
                    <a:p>
                      <a:pPr algn="l">
                        <a:lnSpc>
                          <a:spcPct val="105000"/>
                        </a:lnSpc>
                      </a:pPr>
                      <a:r>
                        <a:rPr sz="1200" b="0" i="0">
                          <a:solidFill>
                            <a:srgbClr val="1A1A1A"/>
                          </a:solidFill>
                          <a:latin typeface="Noto Sans CJK JP"/>
                          <a:ea typeface="Noto Sans CJK JP"/>
                          <a:cs typeface="Noto Sans CJK JP"/>
                        </a:rPr>
                        <a:t>高</a:t>
                      </a:r>
                    </a:p>
                  </a:txBody>
                  <a:tcPr marL="55000" marR="55000" marT="25000" marB="25000" anchor="ctr">
                    <a:solidFill>
                      <a:srgbClr val="FFFFFF"/>
                    </a:solidFill>
                  </a:tcPr>
                </a:tc>
              </a:tr>
              <a:tr h="440000">
                <a:tc>
                  <a:txBody>
                    <a:bodyPr wrap="square"/>
                    <a:lstStyle/>
                    <a:p>
                      <a:pPr algn="l">
                        <a:lnSpc>
                          <a:spcPct val="105000"/>
                        </a:lnSpc>
                      </a:pPr>
                      <a:r>
                        <a:rPr sz="1200" b="0" i="0">
                          <a:solidFill>
                            <a:srgbClr val="1A1A1A"/>
                          </a:solidFill>
                          <a:latin typeface="Noto Sans CJK JP"/>
                          <a:ea typeface="Noto Sans CJK JP"/>
                          <a:cs typeface="Noto Sans CJK JP"/>
                        </a:rPr>
                        <a:t>10</a:t>
                      </a:r>
                    </a:p>
                  </a:txBody>
                  <a:tcPr marL="55000" marR="55000" marT="25000" marB="25000" anchor="ctr">
                    <a:solidFill>
                      <a:srgbClr val="C5C9CD"/>
                    </a:solidFill>
                  </a:tcPr>
                </a:tc>
                <a:tc>
                  <a:txBody>
                    <a:bodyPr wrap="square"/>
                    <a:lstStyle/>
                    <a:p>
                      <a:pPr algn="l">
                        <a:lnSpc>
                          <a:spcPct val="105000"/>
                        </a:lnSpc>
                      </a:pPr>
                      <a:r>
                        <a:rPr sz="1200" b="0" i="0">
                          <a:solidFill>
                            <a:srgbClr val="1A1A1A"/>
                          </a:solidFill>
                          <a:latin typeface="Noto Sans CJK JP"/>
                          <a:ea typeface="Noto Sans CJK JP"/>
                          <a:cs typeface="Noto Sans CJK JP"/>
                        </a:rPr>
                        <a:t>Dモジュールの部分的Ic組み込みを2028年から試験実施</a:t>
                      </a:r>
                    </a:p>
                  </a:txBody>
                  <a:tcPr marL="55000" marR="55000" marT="25000" marB="25000" anchor="ctr">
                    <a:solidFill>
                      <a:srgbClr val="C5C9CD"/>
                    </a:solidFill>
                  </a:tcPr>
                </a:tc>
                <a:tc>
                  <a:txBody>
                    <a:bodyPr wrap="square"/>
                    <a:lstStyle/>
                    <a:p>
                      <a:pPr algn="l">
                        <a:lnSpc>
                          <a:spcPct val="105000"/>
                        </a:lnSpc>
                      </a:pPr>
                      <a:r>
                        <a:rPr sz="1200" b="0" i="0">
                          <a:solidFill>
                            <a:srgbClr val="1A1A1A"/>
                          </a:solidFill>
                          <a:latin typeface="Noto Sans CJK JP"/>
                          <a:ea typeface="Noto Sans CJK JP"/>
                          <a:cs typeface="Noto Sans CJK JP"/>
                        </a:rPr>
                        <a:t>中</a:t>
                      </a:r>
                    </a:p>
                  </a:txBody>
                  <a:tcPr marL="55000" marR="55000" marT="25000" marB="25000" anchor="ctr">
                    <a:solidFill>
                      <a:srgbClr val="C5C9CD"/>
                    </a:solidFill>
                  </a:tcPr>
                </a:tc>
              </a:tr>
            </a:tbl>
          </a:graphicData>
        </a:graphic>
      </p:graphicFrame>
      <p:sp>
        <p:nvSpPr>
          <p:cNvPr id="5" name="TextBox 4"/>
          <p:cNvSpPr txBox="1"/>
          <p:nvPr/>
        </p:nvSpPr>
        <p:spPr>
          <a:xfrm>
            <a:off x="399528" y="6760000"/>
            <a:ext cx="7600000" cy="330000"/>
          </a:xfrm>
          <a:prstGeom prst="rect">
            <a:avLst/>
          </a:prstGeom>
          <a:noFill/>
        </p:spPr>
        <p:txBody>
          <a:bodyPr wrap="square" anchor="t" lIns="45000" rIns="45000" tIns="30000" bIns="30000">
            <a:spAutoFit/>
          </a:bodyPr>
          <a:lstStyle/>
          <a:p>
            <a:pPr algn="l">
              <a:lnSpc>
                <a:spcPct val="110000"/>
              </a:lnSpc>
            </a:pPr>
            <a:r>
              <a:rPr sz="1200" b="0" i="0">
                <a:solidFill>
                  <a:srgbClr val="6A7076"/>
                </a:solidFill>
                <a:latin typeface="Noto Sans CJK JP"/>
                <a:ea typeface="Noto Sans CJK JP"/>
                <a:cs typeface="Noto Sans CJK JP"/>
              </a:rPr>
              <a:t>出典: Rivaton (2025) RE2020施行3年評価。勧告番号・頁は原文PDF照合待ち（第1編§2.4と照合済）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フランスの林業・木材利用戦略との関係</a:t>
            </a:r>
          </a:p>
          <a:p>
            <a:pPr algn="l"/>
            <a:r>
              <a:rPr sz="1300" b="1" i="0">
                <a:solidFill>
                  <a:srgbClr val="125486"/>
                </a:solidFill>
                <a:latin typeface="Noto Sans CJK JP"/>
                <a:ea typeface="Noto Sans CJK JP"/>
                <a:cs typeface="Noto Sans CJK JP"/>
              </a:rPr>
              <a:t>気候・林業・建設の三政策を連動させる正のループ</a:t>
            </a:r>
          </a:p>
        </p:txBody>
      </p:sp>
      <p:pic>
        <p:nvPicPr>
          <p:cNvPr id="4" name="Picture 3" descr="fig_feedback_loop.png"/>
          <p:cNvPicPr>
            <a:picLocks noChangeAspect="1"/>
          </p:cNvPicPr>
          <p:nvPr/>
        </p:nvPicPr>
        <p:blipFill>
          <a:blip r:embed="rId2"/>
          <a:stretch>
            <a:fillRect/>
          </a:stretch>
        </p:blipFill>
        <p:spPr>
          <a:xfrm>
            <a:off x="480000" y="1610460"/>
            <a:ext cx="5350000" cy="3389079"/>
          </a:xfrm>
          <a:prstGeom prst="rect">
            <a:avLst/>
          </a:prstGeom>
        </p:spPr>
      </p:pic>
      <p:sp>
        <p:nvSpPr>
          <p:cNvPr id="5" name="TextBox 4"/>
          <p:cNvSpPr txBox="1"/>
          <p:nvPr/>
        </p:nvSpPr>
        <p:spPr>
          <a:xfrm>
            <a:off x="6000000" y="1550000"/>
            <a:ext cx="4350000" cy="330000"/>
          </a:xfrm>
          <a:prstGeom prst="rect">
            <a:avLst/>
          </a:prstGeom>
          <a:noFill/>
        </p:spPr>
        <p:txBody>
          <a:bodyPr wrap="square" tIns="0" bIns="0">
            <a:spAutoFit/>
          </a:bodyPr>
          <a:lstStyle/>
          <a:p>
            <a:r>
              <a:rPr sz="1400" b="1" i="0">
                <a:solidFill>
                  <a:srgbClr val="125486"/>
                </a:solidFill>
                <a:latin typeface="Noto Sans CJK JP"/>
                <a:ea typeface="Noto Sans CJK JP"/>
                <a:cs typeface="Noto Sans CJK JP"/>
              </a:rPr>
              <a:t>なぜ木材産業が強く支持したか</a:t>
            </a:r>
          </a:p>
        </p:txBody>
      </p:sp>
      <p:sp>
        <p:nvSpPr>
          <p:cNvPr id="6" name="Rectangle 5"/>
          <p:cNvSpPr/>
          <p:nvPr/>
        </p:nvSpPr>
        <p:spPr>
          <a:xfrm>
            <a:off x="6000000" y="1850000"/>
            <a:ext cx="4350000" cy="20000"/>
          </a:xfrm>
          <a:prstGeom prst="rect">
            <a:avLst/>
          </a:prstGeom>
          <a:solidFill>
            <a:srgbClr val="1254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0" y="2050000"/>
            <a:ext cx="4350000" cy="3100000"/>
          </a:xfrm>
          <a:prstGeom prst="rect">
            <a:avLst/>
          </a:prstGeom>
          <a:noFill/>
        </p:spPr>
        <p:txBody>
          <a:bodyPr wrap="square" lIns="45000" rIns="45000" tIns="30000">
            <a:spAutoFit/>
          </a:bodyPr>
          <a:lstStyle/>
          <a:p>
            <a:pPr algn="l">
              <a:lnSpc>
                <a:spcPct val="130000"/>
              </a:lnSpc>
              <a:spcAft>
                <a:spcPts val="900"/>
              </a:spcAft>
            </a:pPr>
            <a:r>
              <a:rPr sz="1250" b="1" i="0">
                <a:solidFill>
                  <a:srgbClr val="125486"/>
                </a:solidFill>
                <a:latin typeface="Noto Sans CJK JP"/>
                <a:ea typeface="Noto Sans CJK JP"/>
                <a:cs typeface="Noto Sans CJK JP"/>
              </a:rPr>
              <a:t>● </a:t>
            </a:r>
            <a:r>
              <a:rPr sz="1250" b="0" i="0">
                <a:solidFill>
                  <a:srgbClr val="1A1A1A"/>
                </a:solidFill>
                <a:latin typeface="Noto Sans CJK JP"/>
                <a:ea typeface="Noto Sans CJK JP"/>
                <a:cs typeface="Noto Sans CJK JP"/>
              </a:rPr>
              <a:t>静的LCA：CLT建物 Ic≈+98（低いが「排出」のまま）</a:t>
            </a:r>
          </a:p>
          <a:p>
            <a:pPr algn="l">
              <a:lnSpc>
                <a:spcPct val="130000"/>
              </a:lnSpc>
              <a:spcAft>
                <a:spcPts val="900"/>
              </a:spcAft>
            </a:pPr>
            <a:r>
              <a:rPr sz="1250" b="1" i="0">
                <a:solidFill>
                  <a:srgbClr val="125486"/>
                </a:solidFill>
                <a:latin typeface="Noto Sans CJK JP"/>
                <a:ea typeface="Noto Sans CJK JP"/>
                <a:cs typeface="Noto Sans CJK JP"/>
              </a:rPr>
              <a:t>● </a:t>
            </a:r>
            <a:r>
              <a:rPr sz="1250" b="1" i="0">
                <a:solidFill>
                  <a:srgbClr val="1A1A1A"/>
                </a:solidFill>
                <a:latin typeface="Noto Sans CJK JP"/>
                <a:ea typeface="Noto Sans CJK JP"/>
                <a:cs typeface="Noto Sans CJK JP"/>
              </a:rPr>
              <a:t>動的LCA：CLT建物 Ic≈−171（「吸収」に逆転）</a:t>
            </a:r>
          </a:p>
          <a:p>
            <a:pPr algn="l">
              <a:lnSpc>
                <a:spcPct val="130000"/>
              </a:lnSpc>
              <a:spcAft>
                <a:spcPts val="900"/>
              </a:spcAft>
            </a:pPr>
            <a:r>
              <a:rPr sz="1250" b="1" i="0">
                <a:solidFill>
                  <a:srgbClr val="125486"/>
                </a:solidFill>
                <a:latin typeface="Noto Sans CJK JP"/>
                <a:ea typeface="Noto Sans CJK JP"/>
                <a:cs typeface="Noto Sans CJK JP"/>
              </a:rPr>
              <a:t>● </a:t>
            </a:r>
            <a:r>
              <a:rPr sz="1250" b="0" i="0">
                <a:solidFill>
                  <a:srgbClr val="1A1A1A"/>
                </a:solidFill>
                <a:latin typeface="Noto Sans CJK JP"/>
                <a:ea typeface="Noto Sans CJK JP"/>
                <a:cs typeface="Noto Sans CJK JP"/>
              </a:rPr>
              <a:t>「木造を選ぶことは積極的炭素固定を意味する」という設計者メッセージへ転換</a:t>
            </a:r>
          </a:p>
          <a:p>
            <a:pPr algn="l">
              <a:lnSpc>
                <a:spcPct val="130000"/>
              </a:lnSpc>
              <a:spcAft>
                <a:spcPts val="900"/>
              </a:spcAft>
            </a:pPr>
            <a:r>
              <a:rPr sz="1250" b="1" i="0">
                <a:solidFill>
                  <a:srgbClr val="125486"/>
                </a:solidFill>
                <a:latin typeface="Noto Sans CJK JP"/>
                <a:ea typeface="Noto Sans CJK JP"/>
                <a:cs typeface="Noto Sans CJK JP"/>
              </a:rPr>
              <a:t>● </a:t>
            </a:r>
            <a:r>
              <a:rPr sz="1250" b="0" i="0">
                <a:solidFill>
                  <a:srgbClr val="1A1A1A"/>
                </a:solidFill>
                <a:latin typeface="Noto Sans CJK JP"/>
                <a:ea typeface="Noto Sans CJK JP"/>
                <a:cs typeface="Noto Sans CJK JP"/>
              </a:rPr>
              <a:t>木材産業はこれを「市場拡大」ではなく「正当な評価の回復」と訴えた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Loi Climat et Résilience との法的接続</a:t>
            </a:r>
          </a:p>
          <a:p>
            <a:pPr algn="l"/>
            <a:r>
              <a:rPr sz="1300" b="1" i="0">
                <a:solidFill>
                  <a:srgbClr val="125486"/>
                </a:solidFill>
                <a:latin typeface="Noto Sans CJK JP"/>
                <a:ea typeface="Noto Sans CJK JP"/>
                <a:cs typeface="Noto Sans CJK JP"/>
              </a:rPr>
              <a:t>気候・強靭性法（2021年8月）がRE2020の法的根拠を提供</a:t>
            </a:r>
          </a:p>
        </p:txBody>
      </p:sp>
      <p:graphicFrame>
        <p:nvGraphicFramePr>
          <p:cNvPr id="4" name="Table 3"/>
          <p:cNvGraphicFramePr>
            <a:graphicFrameLocks noGrp="1"/>
          </p:cNvGraphicFramePr>
          <p:nvPr/>
        </p:nvGraphicFramePr>
        <p:xfrm>
          <a:off x="399528" y="1470000"/>
          <a:ext cx="9900000" cy="2320000"/>
        </p:xfrm>
        <a:graphic>
          <a:graphicData uri="http://schemas.openxmlformats.org/drawingml/2006/table">
            <a:tbl>
              <a:tblPr>
                <a:tableStyleId>{5C22544A-7EE6-4342-B048-85BDC9FD1C3A}</a:tableStyleId>
              </a:tblPr>
              <a:tblGrid>
                <a:gridCol w="1287000"/>
                <a:gridCol w="4950000"/>
                <a:gridCol w="3663000"/>
              </a:tblGrid>
              <a:tr h="420000">
                <a:tc>
                  <a:txBody>
                    <a:bodyPr wrap="square"/>
                    <a:lstStyle/>
                    <a:p>
                      <a:pPr algn="ctr">
                        <a:lnSpc>
                          <a:spcPct val="105000"/>
                        </a:lnSpc>
                      </a:pPr>
                      <a:r>
                        <a:rPr sz="1250" b="1" i="0">
                          <a:solidFill>
                            <a:srgbClr val="FFFFFF"/>
                          </a:solidFill>
                          <a:latin typeface="Noto Sans CJK JP"/>
                          <a:ea typeface="Noto Sans CJK JP"/>
                          <a:cs typeface="Noto Sans CJK JP"/>
                        </a:rPr>
                        <a:t>条文</a:t>
                      </a:r>
                    </a:p>
                  </a:txBody>
                  <a:tcPr marL="55000" marR="55000" marT="25000" marB="25000" anchor="ctr">
                    <a:solidFill>
                      <a:srgbClr val="494D51"/>
                    </a:solidFill>
                  </a:tcPr>
                </a:tc>
                <a:tc>
                  <a:txBody>
                    <a:bodyPr wrap="square"/>
                    <a:lstStyle/>
                    <a:p>
                      <a:pPr algn="ctr">
                        <a:lnSpc>
                          <a:spcPct val="105000"/>
                        </a:lnSpc>
                      </a:pPr>
                      <a:r>
                        <a:rPr sz="1250" b="1" i="0">
                          <a:solidFill>
                            <a:srgbClr val="FFFFFF"/>
                          </a:solidFill>
                          <a:latin typeface="Noto Sans CJK JP"/>
                          <a:ea typeface="Noto Sans CJK JP"/>
                          <a:cs typeface="Noto Sans CJK JP"/>
                        </a:rPr>
                        <a:t>規定内容</a:t>
                      </a:r>
                    </a:p>
                  </a:txBody>
                  <a:tcPr marL="55000" marR="55000" marT="25000" marB="25000" anchor="ctr">
                    <a:solidFill>
                      <a:srgbClr val="494D51"/>
                    </a:solidFill>
                  </a:tcPr>
                </a:tc>
                <a:tc>
                  <a:txBody>
                    <a:bodyPr wrap="square"/>
                    <a:lstStyle/>
                    <a:p>
                      <a:pPr algn="ctr">
                        <a:lnSpc>
                          <a:spcPct val="105000"/>
                        </a:lnSpc>
                      </a:pPr>
                      <a:r>
                        <a:rPr sz="1250" b="1" i="0">
                          <a:solidFill>
                            <a:srgbClr val="FFFFFF"/>
                          </a:solidFill>
                          <a:latin typeface="Noto Sans CJK JP"/>
                          <a:ea typeface="Noto Sans CJK JP"/>
                          <a:cs typeface="Noto Sans CJK JP"/>
                        </a:rPr>
                        <a:t>RE2020との関係</a:t>
                      </a:r>
                    </a:p>
                  </a:txBody>
                  <a:tcPr marL="55000" marR="55000" marT="25000" marB="25000" anchor="ctr">
                    <a:solidFill>
                      <a:srgbClr val="494D51"/>
                    </a:solidFill>
                  </a:tcPr>
                </a:tc>
              </a:tr>
              <a:tr h="440000">
                <a:tc>
                  <a:txBody>
                    <a:bodyPr wrap="square"/>
                    <a:lstStyle/>
                    <a:p>
                      <a:pPr algn="ctr">
                        <a:lnSpc>
                          <a:spcPct val="105000"/>
                        </a:lnSpc>
                      </a:pPr>
                      <a:r>
                        <a:rPr sz="1200" b="0" i="0">
                          <a:solidFill>
                            <a:srgbClr val="1A1A1A"/>
                          </a:solidFill>
                          <a:latin typeface="Noto Sans CJK JP"/>
                          <a:ea typeface="Noto Sans CJK JP"/>
                          <a:cs typeface="Noto Sans CJK JP"/>
                        </a:rPr>
                        <a:t>第10条</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建築物断熱性能基準の段階的強化</a:t>
                      </a:r>
                    </a:p>
                  </a:txBody>
                  <a:tcPr marL="55000" marR="55000" marT="25000" marB="25000" anchor="ctr">
                    <a:solidFill>
                      <a:srgbClr val="FFFFFF"/>
                    </a:solidFill>
                  </a:tcPr>
                </a:tc>
                <a:tc>
                  <a:txBody>
                    <a:bodyPr wrap="square"/>
                    <a:lstStyle/>
                    <a:p>
                      <a:pPr algn="l">
                        <a:lnSpc>
                          <a:spcPct val="105000"/>
                        </a:lnSpc>
                      </a:pPr>
                      <a:r>
                        <a:rPr sz="1200" b="0" i="0">
                          <a:solidFill>
                            <a:srgbClr val="1A1A1A"/>
                          </a:solidFill>
                          <a:latin typeface="Noto Sans CJK JP"/>
                          <a:ea typeface="Noto Sans CJK JP"/>
                          <a:cs typeface="Noto Sans CJK JP"/>
                        </a:rPr>
                        <a:t>Ic_énergie 規制の法的授権</a:t>
                      </a:r>
                    </a:p>
                  </a:txBody>
                  <a:tcPr marL="55000" marR="55000" marT="25000" marB="25000" anchor="ctr">
                    <a:solidFill>
                      <a:srgbClr val="FFFFFF"/>
                    </a:solidFill>
                  </a:tcPr>
                </a:tc>
              </a:tr>
              <a:tr h="500000">
                <a:tc>
                  <a:txBody>
                    <a:bodyPr wrap="square"/>
                    <a:lstStyle/>
                    <a:p>
                      <a:pPr algn="ctr">
                        <a:lnSpc>
                          <a:spcPct val="105000"/>
                        </a:lnSpc>
                      </a:pPr>
                      <a:r>
                        <a:rPr sz="1200" b="0" i="0">
                          <a:solidFill>
                            <a:srgbClr val="1A1A1A"/>
                          </a:solidFill>
                          <a:latin typeface="Noto Sans CJK JP"/>
                          <a:ea typeface="Noto Sans CJK JP"/>
                          <a:cs typeface="Noto Sans CJK JP"/>
                        </a:rPr>
                        <a:t>第14条</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建設分野GHG削減目標の定量化（2030年比50%削減）</a:t>
                      </a:r>
                    </a:p>
                  </a:txBody>
                  <a:tcPr marL="55000" marR="55000" marT="25000" marB="25000" anchor="ctr">
                    <a:solidFill>
                      <a:srgbClr val="C5C9CD"/>
                    </a:solidFill>
                  </a:tcPr>
                </a:tc>
                <a:tc>
                  <a:txBody>
                    <a:bodyPr wrap="square"/>
                    <a:lstStyle/>
                    <a:p>
                      <a:pPr algn="l">
                        <a:lnSpc>
                          <a:spcPct val="105000"/>
                        </a:lnSpc>
                      </a:pPr>
                      <a:r>
                        <a:rPr sz="1200" b="0" i="0">
                          <a:solidFill>
                            <a:srgbClr val="1A1A1A"/>
                          </a:solidFill>
                          <a:latin typeface="Noto Sans CJK JP"/>
                          <a:ea typeface="Noto Sans CJK JP"/>
                          <a:cs typeface="Noto Sans CJK JP"/>
                        </a:rPr>
                        <a:t>seuil値段階引き下げの法的根拠</a:t>
                      </a:r>
                    </a:p>
                  </a:txBody>
                  <a:tcPr marL="55000" marR="55000" marT="25000" marB="25000" anchor="ctr">
                    <a:solidFill>
                      <a:srgbClr val="C5C9CD"/>
                    </a:solidFill>
                  </a:tcPr>
                </a:tc>
              </a:tr>
              <a:tr h="460000">
                <a:tc>
                  <a:txBody>
                    <a:bodyPr wrap="square"/>
                    <a:lstStyle/>
                    <a:p>
                      <a:pPr algn="ctr">
                        <a:lnSpc>
                          <a:spcPct val="105000"/>
                        </a:lnSpc>
                      </a:pPr>
                      <a:r>
                        <a:rPr sz="1200" b="0" i="0">
                          <a:solidFill>
                            <a:srgbClr val="1A1A1A"/>
                          </a:solidFill>
                          <a:latin typeface="Noto Sans CJK JP"/>
                          <a:ea typeface="Noto Sans CJK JP"/>
                          <a:cs typeface="Noto Sans CJK JP"/>
                        </a:rPr>
                        <a:t>第49条</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建築物エンボディド炭素の評価・開示義務</a:t>
                      </a:r>
                    </a:p>
                  </a:txBody>
                  <a:tcPr marL="55000" marR="55000" marT="25000" marB="25000" anchor="ctr">
                    <a:solidFill>
                      <a:srgbClr val="FFFFFF"/>
                    </a:solidFill>
                  </a:tcPr>
                </a:tc>
                <a:tc>
                  <a:txBody>
                    <a:bodyPr wrap="square"/>
                    <a:lstStyle/>
                    <a:p>
                      <a:pPr algn="l">
                        <a:lnSpc>
                          <a:spcPct val="105000"/>
                        </a:lnSpc>
                      </a:pPr>
                      <a:r>
                        <a:rPr sz="1200" b="0" i="0">
                          <a:solidFill>
                            <a:srgbClr val="1A1A1A"/>
                          </a:solidFill>
                          <a:latin typeface="Noto Sans CJK JP"/>
                          <a:ea typeface="Noto Sans CJK JP"/>
                          <a:cs typeface="Noto Sans CJK JP"/>
                        </a:rPr>
                        <a:t>Ic_construction 開示義務の直接的授権</a:t>
                      </a:r>
                    </a:p>
                  </a:txBody>
                  <a:tcPr marL="55000" marR="55000" marT="25000" marB="25000" anchor="ctr">
                    <a:solidFill>
                      <a:srgbClr val="FFFFFF"/>
                    </a:solidFill>
                  </a:tcPr>
                </a:tc>
              </a:tr>
              <a:tr h="500000">
                <a:tc>
                  <a:txBody>
                    <a:bodyPr wrap="square"/>
                    <a:lstStyle/>
                    <a:p>
                      <a:pPr algn="ctr">
                        <a:lnSpc>
                          <a:spcPct val="105000"/>
                        </a:lnSpc>
                      </a:pPr>
                      <a:r>
                        <a:rPr sz="1200" b="0" i="0">
                          <a:solidFill>
                            <a:srgbClr val="1A1A1A"/>
                          </a:solidFill>
                          <a:latin typeface="Noto Sans CJK JP"/>
                          <a:ea typeface="Noto Sans CJK JP"/>
                          <a:cs typeface="Noto Sans CJK JP"/>
                        </a:rPr>
                        <a:t>第181条</a:t>
                      </a:r>
                    </a:p>
                  </a:txBody>
                  <a:tcPr marL="55000" marR="55000" marT="25000" marB="25000" anchor="ctr">
                    <a:solidFill>
                      <a:srgbClr val="E8F1F8"/>
                    </a:solidFill>
                  </a:tcPr>
                </a:tc>
                <a:tc>
                  <a:txBody>
                    <a:bodyPr wrap="square"/>
                    <a:lstStyle/>
                    <a:p>
                      <a:pPr algn="l">
                        <a:lnSpc>
                          <a:spcPct val="105000"/>
                        </a:lnSpc>
                      </a:pPr>
                      <a:r>
                        <a:rPr sz="1200" b="0" i="0">
                          <a:solidFill>
                            <a:srgbClr val="1A1A1A"/>
                          </a:solidFill>
                          <a:latin typeface="Noto Sans CJK JP"/>
                          <a:ea typeface="Noto Sans CJK JP"/>
                          <a:cs typeface="Noto Sans CJK JP"/>
                        </a:rPr>
                        <a:t>SNBC（国家低炭素戦略）の法律への格上げ</a:t>
                      </a:r>
                    </a:p>
                  </a:txBody>
                  <a:tcPr marL="55000" marR="55000" marT="25000" marB="25000" anchor="ctr">
                    <a:solidFill>
                      <a:srgbClr val="C5C9CD"/>
                    </a:solidFill>
                  </a:tcPr>
                </a:tc>
                <a:tc>
                  <a:txBody>
                    <a:bodyPr wrap="square"/>
                    <a:lstStyle/>
                    <a:p>
                      <a:pPr algn="l">
                        <a:lnSpc>
                          <a:spcPct val="105000"/>
                        </a:lnSpc>
                      </a:pPr>
                      <a:r>
                        <a:rPr sz="1200" b="0" i="0">
                          <a:solidFill>
                            <a:srgbClr val="1A1A1A"/>
                          </a:solidFill>
                          <a:latin typeface="Noto Sans CJK JP"/>
                          <a:ea typeface="Noto Sans CJK JP"/>
                          <a:cs typeface="Noto Sans CJK JP"/>
                        </a:rPr>
                        <a:t>RE2020がSNBC達成手段として位置づけ</a:t>
                      </a:r>
                    </a:p>
                  </a:txBody>
                  <a:tcPr marL="55000" marR="55000" marT="25000" marB="25000" anchor="ctr">
                    <a:solidFill>
                      <a:srgbClr val="C5C9CD"/>
                    </a:solidFill>
                  </a:tcPr>
                </a:tc>
              </a:tr>
            </a:tbl>
          </a:graphicData>
        </a:graphic>
      </p:graphicFrame>
      <p:sp>
        <p:nvSpPr>
          <p:cNvPr id="5" name="Rectangle 4"/>
          <p:cNvSpPr/>
          <p:nvPr/>
        </p:nvSpPr>
        <p:spPr>
          <a:xfrm>
            <a:off x="399528" y="5300000"/>
            <a:ext cx="9900000" cy="700000"/>
          </a:xfrm>
          <a:prstGeom prst="rect">
            <a:avLst/>
          </a:prstGeom>
          <a:solidFill>
            <a:srgbClr val="F0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l">
              <a:lnSpc>
                <a:spcPct val="125000"/>
              </a:lnSpc>
            </a:pPr>
            <a:r>
              <a:rPr sz="1200" b="0" i="0">
                <a:solidFill>
                  <a:srgbClr val="1A1A1A"/>
                </a:solidFill>
                <a:latin typeface="Noto Sans CJK JP"/>
                <a:ea typeface="Noto Sans CJK JP"/>
                <a:cs typeface="Noto Sans CJK JP"/>
              </a:rPr>
              <a:t>市民気候委員会（CCC）の150提言が立案の元。CCCが「2022年以前の建設脱炭素化開始」を勧告し施行を加速。</a:t>
            </a:r>
          </a:p>
          <a:p>
            <a:pPr algn="l">
              <a:lnSpc>
                <a:spcPct val="125000"/>
              </a:lnSpc>
            </a:pPr>
            <a:r>
              <a:rPr sz="1200" b="0" i="0">
                <a:solidFill>
                  <a:srgbClr val="1A1A1A"/>
                </a:solidFill>
                <a:latin typeface="Noto Sans CJK JP"/>
                <a:ea typeface="Noto Sans CJK JP"/>
                <a:cs typeface="Noto Sans CJK JP"/>
              </a:rPr>
              <a:t>Loi Climat が「なぜ」を法的に定め、RE2020 が「どのように」を技術的に定める — セットで理解すべき。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1" i="0">
                <a:solidFill>
                  <a:srgbClr val="193950"/>
                </a:solidFill>
                <a:latin typeface="Noto Sans CJK JP"/>
                <a:ea typeface="Noto Sans CJK JP"/>
                <a:cs typeface="Noto Sans CJK JP"/>
              </a:rPr>
              <a:t>日本への示唆</a:t>
            </a:r>
          </a:p>
          <a:p>
            <a:pPr algn="l"/>
            <a:r>
              <a:rPr sz="1300" b="1" i="0">
                <a:solidFill>
                  <a:srgbClr val="125486"/>
                </a:solidFill>
                <a:latin typeface="Noto Sans CJK JP"/>
                <a:ea typeface="Noto Sans CJK JP"/>
                <a:cs typeface="Noto Sans CJK JP"/>
              </a:rPr>
              <a:t>成功要因の転用と、避けるべき失敗</a:t>
            </a:r>
          </a:p>
        </p:txBody>
      </p:sp>
      <p:sp>
        <p:nvSpPr>
          <p:cNvPr id="4" name="TextBox 3"/>
          <p:cNvSpPr txBox="1"/>
          <p:nvPr/>
        </p:nvSpPr>
        <p:spPr>
          <a:xfrm>
            <a:off x="399528" y="1480000"/>
            <a:ext cx="4900000" cy="330000"/>
          </a:xfrm>
          <a:prstGeom prst="rect">
            <a:avLst/>
          </a:prstGeom>
          <a:noFill/>
        </p:spPr>
        <p:txBody>
          <a:bodyPr wrap="square" tIns="0" bIns="0">
            <a:spAutoFit/>
          </a:bodyPr>
          <a:lstStyle/>
          <a:p>
            <a:r>
              <a:rPr sz="1400" b="1" i="0">
                <a:solidFill>
                  <a:srgbClr val="125486"/>
                </a:solidFill>
                <a:latin typeface="Noto Sans CJK JP"/>
                <a:ea typeface="Noto Sans CJK JP"/>
                <a:cs typeface="Noto Sans CJK JP"/>
              </a:rPr>
              <a:t>転用可能な成功要因</a:t>
            </a:r>
          </a:p>
        </p:txBody>
      </p:sp>
      <p:sp>
        <p:nvSpPr>
          <p:cNvPr id="5" name="Rectangle 4"/>
          <p:cNvSpPr/>
          <p:nvPr/>
        </p:nvSpPr>
        <p:spPr>
          <a:xfrm>
            <a:off x="399528" y="1780000"/>
            <a:ext cx="4900000" cy="20000"/>
          </a:xfrm>
          <a:prstGeom prst="rect">
            <a:avLst/>
          </a:prstGeom>
          <a:solidFill>
            <a:srgbClr val="1254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99528" y="1850000"/>
            <a:ext cx="4900000" cy="2400000"/>
          </a:xfrm>
          <a:prstGeom prst="rect">
            <a:avLst/>
          </a:prstGeom>
          <a:noFill/>
        </p:spPr>
        <p:txBody>
          <a:bodyPr wrap="square" lIns="45000" rIns="45000" tIns="30000">
            <a:spAutoFit/>
          </a:bodyPr>
          <a:lstStyle/>
          <a:p>
            <a:pPr algn="l">
              <a:lnSpc>
                <a:spcPct val="130000"/>
              </a:lnSpc>
              <a:spcAft>
                <a:spcPts val="800"/>
              </a:spcAft>
            </a:pPr>
            <a:r>
              <a:rPr sz="1250" b="1" i="0">
                <a:solidFill>
                  <a:srgbClr val="125486"/>
                </a:solidFill>
                <a:latin typeface="Noto Sans CJK JP"/>
                <a:ea typeface="Noto Sans CJK JP"/>
                <a:cs typeface="Noto Sans CJK JP"/>
              </a:rPr>
              <a:t>● </a:t>
            </a:r>
            <a:r>
              <a:rPr sz="1250" b="0" i="0">
                <a:solidFill>
                  <a:srgbClr val="1A1A1A"/>
                </a:solidFill>
                <a:latin typeface="Noto Sans CJK JP"/>
                <a:ea typeface="Noto Sans CJK JP"/>
                <a:cs typeface="Noto Sans CJK JP"/>
              </a:rPr>
              <a:t>E+C-型実証プログラム（CASBEE改訂とセットで設計可能）</a:t>
            </a:r>
          </a:p>
          <a:p>
            <a:pPr algn="l">
              <a:lnSpc>
                <a:spcPct val="130000"/>
              </a:lnSpc>
              <a:spcAft>
                <a:spcPts val="800"/>
              </a:spcAft>
            </a:pPr>
            <a:r>
              <a:rPr sz="1250" b="1" i="0">
                <a:solidFill>
                  <a:srgbClr val="125486"/>
                </a:solidFill>
                <a:latin typeface="Noto Sans CJK JP"/>
                <a:ea typeface="Noto Sans CJK JP"/>
                <a:cs typeface="Noto Sans CJK JP"/>
              </a:rPr>
              <a:t>● </a:t>
            </a:r>
            <a:r>
              <a:rPr sz="1250" b="0" i="0">
                <a:solidFill>
                  <a:srgbClr val="1A1A1A"/>
                </a:solidFill>
                <a:latin typeface="Noto Sans CJK JP"/>
                <a:ea typeface="Noto Sans CJK JP"/>
                <a:cs typeface="Noto Sans CJK JP"/>
              </a:rPr>
              <a:t>Elodie型計算ツール（国産ツールへの動的LCA機能追加）</a:t>
            </a:r>
          </a:p>
          <a:p>
            <a:pPr algn="l">
              <a:lnSpc>
                <a:spcPct val="130000"/>
              </a:lnSpc>
              <a:spcAft>
                <a:spcPts val="800"/>
              </a:spcAft>
            </a:pPr>
            <a:r>
              <a:rPr sz="1250" b="1" i="0">
                <a:solidFill>
                  <a:srgbClr val="125486"/>
                </a:solidFill>
                <a:latin typeface="Noto Sans CJK JP"/>
                <a:ea typeface="Noto Sans CJK JP"/>
                <a:cs typeface="Noto Sans CJK JP"/>
              </a:rPr>
              <a:t>● </a:t>
            </a:r>
            <a:r>
              <a:rPr sz="1250" b="0" i="0">
                <a:solidFill>
                  <a:srgbClr val="1A1A1A"/>
                </a:solidFill>
                <a:latin typeface="Noto Sans CJK JP"/>
                <a:ea typeface="Noto Sans CJK JP"/>
                <a:cs typeface="Noto Sans CJK JP"/>
              </a:rPr>
              <a:t>FCBA相当の産業的支持（CLT普及協会・日集協）</a:t>
            </a:r>
          </a:p>
          <a:p>
            <a:pPr algn="l">
              <a:lnSpc>
                <a:spcPct val="130000"/>
              </a:lnSpc>
              <a:spcAft>
                <a:spcPts val="800"/>
              </a:spcAft>
            </a:pPr>
            <a:r>
              <a:rPr sz="1250" b="1" i="0">
                <a:solidFill>
                  <a:srgbClr val="125486"/>
                </a:solidFill>
                <a:latin typeface="Noto Sans CJK JP"/>
                <a:ea typeface="Noto Sans CJK JP"/>
                <a:cs typeface="Noto Sans CJK JP"/>
              </a:rPr>
              <a:t>● </a:t>
            </a:r>
            <a:r>
              <a:rPr sz="1250" b="1" i="0">
                <a:solidFill>
                  <a:srgbClr val="1A1A1A"/>
                </a:solidFill>
                <a:latin typeface="Noto Sans CJK JP"/>
                <a:ea typeface="Noto Sans CJK JP"/>
                <a:cs typeface="Noto Sans CJK JP"/>
              </a:rPr>
              <a:t>気候・林業・建設の三政策の収束点として位置づけ</a:t>
            </a:r>
          </a:p>
        </p:txBody>
      </p:sp>
      <p:sp>
        <p:nvSpPr>
          <p:cNvPr id="7" name="TextBox 6"/>
          <p:cNvSpPr txBox="1"/>
          <p:nvPr/>
        </p:nvSpPr>
        <p:spPr>
          <a:xfrm>
            <a:off x="5450000" y="1480000"/>
            <a:ext cx="4900000" cy="330000"/>
          </a:xfrm>
          <a:prstGeom prst="rect">
            <a:avLst/>
          </a:prstGeom>
          <a:noFill/>
        </p:spPr>
        <p:txBody>
          <a:bodyPr wrap="square" tIns="0" bIns="0">
            <a:spAutoFit/>
          </a:bodyPr>
          <a:lstStyle/>
          <a:p>
            <a:r>
              <a:rPr sz="1400" b="1" i="0">
                <a:solidFill>
                  <a:srgbClr val="125486"/>
                </a:solidFill>
                <a:latin typeface="Noto Sans CJK JP"/>
                <a:ea typeface="Noto Sans CJK JP"/>
                <a:cs typeface="Noto Sans CJK JP"/>
              </a:rPr>
              <a:t>避けるべきフランスの失敗</a:t>
            </a:r>
          </a:p>
        </p:txBody>
      </p:sp>
      <p:sp>
        <p:nvSpPr>
          <p:cNvPr id="8" name="Rectangle 7"/>
          <p:cNvSpPr/>
          <p:nvPr/>
        </p:nvSpPr>
        <p:spPr>
          <a:xfrm>
            <a:off x="5450000" y="1780000"/>
            <a:ext cx="4900000" cy="20000"/>
          </a:xfrm>
          <a:prstGeom prst="rect">
            <a:avLst/>
          </a:prstGeom>
          <a:solidFill>
            <a:srgbClr val="1254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50000" y="1850000"/>
            <a:ext cx="4900000" cy="2400000"/>
          </a:xfrm>
          <a:prstGeom prst="rect">
            <a:avLst/>
          </a:prstGeom>
          <a:noFill/>
        </p:spPr>
        <p:txBody>
          <a:bodyPr wrap="square" lIns="45000" rIns="45000" tIns="30000">
            <a:spAutoFit/>
          </a:bodyPr>
          <a:lstStyle/>
          <a:p>
            <a:pPr algn="l">
              <a:lnSpc>
                <a:spcPct val="130000"/>
              </a:lnSpc>
              <a:spcAft>
                <a:spcPts val="800"/>
              </a:spcAft>
            </a:pPr>
            <a:r>
              <a:rPr sz="1250" b="1" i="0">
                <a:solidFill>
                  <a:srgbClr val="125486"/>
                </a:solidFill>
                <a:latin typeface="Noto Sans CJK JP"/>
                <a:ea typeface="Noto Sans CJK JP"/>
                <a:cs typeface="Noto Sans CJK JP"/>
              </a:rPr>
              <a:t>● </a:t>
            </a:r>
            <a:r>
              <a:rPr sz="1250" b="1" i="0">
                <a:solidFill>
                  <a:srgbClr val="1A1A1A"/>
                </a:solidFill>
                <a:latin typeface="Noto Sans CJK JP"/>
                <a:ea typeface="Noto Sans CJK JP"/>
                <a:cs typeface="Noto Sans CJK JP"/>
              </a:rPr>
              <a:t>DO固定問題：日本はISO 21391-1（変動DO）を最初から採用</a:t>
            </a:r>
          </a:p>
          <a:p>
            <a:pPr algn="l">
              <a:lnSpc>
                <a:spcPct val="130000"/>
              </a:lnSpc>
              <a:spcAft>
                <a:spcPts val="800"/>
              </a:spcAft>
            </a:pPr>
            <a:r>
              <a:rPr sz="1250" b="1" i="0">
                <a:solidFill>
                  <a:srgbClr val="125486"/>
                </a:solidFill>
                <a:latin typeface="Noto Sans CJK JP"/>
                <a:ea typeface="Noto Sans CJK JP"/>
                <a:cs typeface="Noto Sans CJK JP"/>
              </a:rPr>
              <a:t>● </a:t>
            </a:r>
            <a:r>
              <a:rPr sz="1250" b="0" i="0">
                <a:solidFill>
                  <a:srgbClr val="1A1A1A"/>
                </a:solidFill>
                <a:latin typeface="Noto Sans CJK JP"/>
                <a:ea typeface="Noto Sans CJK JP"/>
                <a:cs typeface="Noto Sans CJK JP"/>
              </a:rPr>
              <a:t>データ後追い：規制化前にIDEA/日本版FDESの時系列データ整備を完了</a:t>
            </a:r>
          </a:p>
          <a:p>
            <a:pPr algn="l">
              <a:lnSpc>
                <a:spcPct val="130000"/>
              </a:lnSpc>
              <a:spcAft>
                <a:spcPts val="800"/>
              </a:spcAft>
            </a:pPr>
            <a:r>
              <a:rPr sz="1250" b="1" i="0">
                <a:solidFill>
                  <a:srgbClr val="125486"/>
                </a:solidFill>
                <a:latin typeface="Noto Sans CJK JP"/>
                <a:ea typeface="Noto Sans CJK JP"/>
                <a:cs typeface="Noto Sans CJK JP"/>
              </a:rPr>
              <a:t>● </a:t>
            </a:r>
            <a:r>
              <a:rPr sz="1250" b="0" i="0">
                <a:solidFill>
                  <a:srgbClr val="1A1A1A"/>
                </a:solidFill>
                <a:latin typeface="Noto Sans CJK JP"/>
                <a:ea typeface="Noto Sans CJK JP"/>
                <a:cs typeface="Noto Sans CJK JP"/>
              </a:rPr>
              <a:t>中小業者コスト無視：計算ツール無償提供・行政コスト補助を制度に織り込む</a:t>
            </a:r>
          </a:p>
        </p:txBody>
      </p:sp>
      <p:sp>
        <p:nvSpPr>
          <p:cNvPr id="10" name="Rectangle 9"/>
          <p:cNvSpPr/>
          <p:nvPr/>
        </p:nvSpPr>
        <p:spPr>
          <a:xfrm>
            <a:off x="399528" y="4450000"/>
            <a:ext cx="9900000" cy="1100000"/>
          </a:xfrm>
          <a:prstGeom prst="rect">
            <a:avLst/>
          </a:prstGeom>
          <a:solidFill>
            <a:srgbClr val="1939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l">
              <a:lnSpc>
                <a:spcPct val="130000"/>
              </a:lnSpc>
            </a:pPr>
            <a:r>
              <a:rPr sz="1250" b="0" i="0">
                <a:solidFill>
                  <a:srgbClr val="FFFFFF"/>
                </a:solidFill>
                <a:latin typeface="Noto Sans CJK JP"/>
                <a:ea typeface="Noto Sans CJK JP"/>
                <a:cs typeface="Noto Sans CJK JP"/>
              </a:rPr>
              <a:t>日本版4条件の現状：①科学的基盤＝ISO 21391-1で確立 ②③データ基盤・計算ツール＝未整備（最優先課題） ④政治的正当性＝産業界の合意形成が未形成 → 「実証なき規制化はしない」フランスの教訓に倣い、5年間の実証プログラム設計が最初のステップ</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Office%20Theme</Template>
  <TotalTime>1221</TotalTime>
  <Words>154</Words>
  <Application>Microsoft Macintosh PowerPoint</Application>
  <PresentationFormat>ワイド画面</PresentationFormat>
  <Paragraphs>59</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Hiragino Kaku Gothic Std W3</vt:lpstr>
      <vt:lpstr>游ゴシック</vt:lpstr>
      <vt:lpstr>Arial</vt:lpstr>
      <vt:lpstr>Calibri</vt:lpstr>
      <vt:lpstr>Calibri Light</vt:lpstr>
      <vt:lpstr>Office テーマ</vt:lpstr>
      <vt:lpstr>PowerPoint プレゼンテーション</vt:lpstr>
      <vt:lpstr>Color Palette</vt:lpstr>
      <vt:lpstr>Shapes</vt:lpstr>
      <vt:lpstr>PowerPoint プレゼンテーション</vt:lpstr>
      <vt:lpstr>【調査実績サマリ】   ○○に関するSuMPO調査実績</vt:lpstr>
      <vt:lpstr>【調査結果サマリ】   サマリを1文章追記する</vt:lpstr>
      <vt:lpstr>【調査結果サマリ】   サマリを1文章追記する</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KAKKAR-21</dc:creator>
  <cp:lastModifiedBy>根岸 光司</cp:lastModifiedBy>
  <cp:revision>125</cp:revision>
  <cp:lastPrinted>2020-02-21T03:07:58Z</cp:lastPrinted>
  <dcterms:created xsi:type="dcterms:W3CDTF">2019-11-29T07:02:30Z</dcterms:created>
  <dcterms:modified xsi:type="dcterms:W3CDTF">2026-06-01T07:03:44Z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0x01010066933BD81F2A764CB761560FCEB60138</vt:lpwstr>
  </property>
</Properties>
</file>