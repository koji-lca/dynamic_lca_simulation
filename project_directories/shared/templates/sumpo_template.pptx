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2" r:id="rId3"/>
    <p:sldId id="2146846821" r:id="rId4"/>
    <p:sldId id="2146846823" r:id="rId5"/>
    <p:sldId id="281" r:id="rId6"/>
    <p:sldId id="278" r:id="rId7"/>
    <p:sldId id="279" r:id="rId8"/>
    <p:sldId id="2146846822" r:id="rId9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17D019-FC36-F0D1-D01A-52F8B40B47F1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DF0FDD-E431-897B-FF96-EB80B54A73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1A18-A6D2-0AC0-8668-97F043CB40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/>
              <a:t>Color Palette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A0465F1-9CF3-29DE-BF92-A1ACB92567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B8071ED-0B65-7E49-9070-67B4EC350A95}" type="slidenum">
              <a:t>1</a:t>
            </a:fld>
            <a:endParaRPr lang="en-US"/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78599F8E-C4CA-965E-D88B-115E256438F5}"/>
              </a:ext>
            </a:extLst>
          </p:cNvPr>
          <p:cNvSpPr txBox="1"/>
          <p:nvPr/>
        </p:nvSpPr>
        <p:spPr>
          <a:xfrm>
            <a:off x="459111" y="1758226"/>
            <a:ext cx="998963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Primary</a:t>
            </a: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AE8675EB-A7CE-8662-93C0-5ACD8168DBA9}"/>
              </a:ext>
            </a:extLst>
          </p:cNvPr>
          <p:cNvSpPr txBox="1"/>
          <p:nvPr/>
        </p:nvSpPr>
        <p:spPr>
          <a:xfrm>
            <a:off x="459111" y="2849764"/>
            <a:ext cx="1364723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Secondary</a:t>
            </a:r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2C38C0B5-FC09-10E9-3197-17A599802BFE}"/>
              </a:ext>
            </a:extLst>
          </p:cNvPr>
          <p:cNvSpPr/>
          <p:nvPr/>
        </p:nvSpPr>
        <p:spPr>
          <a:xfrm>
            <a:off x="1806753" y="1819820"/>
            <a:ext cx="1274371" cy="691469"/>
          </a:xfrm>
          <a:prstGeom prst="rect">
            <a:avLst/>
          </a:prstGeom>
          <a:solidFill>
            <a:srgbClr val="D6E5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Willow Brook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#D6E5D0</a:t>
            </a:r>
          </a:p>
        </p:txBody>
      </p:sp>
      <p:sp>
        <p:nvSpPr>
          <p:cNvPr id="7" name="Rectangle 55">
            <a:extLst>
              <a:ext uri="{FF2B5EF4-FFF2-40B4-BE49-F238E27FC236}">
                <a16:creationId xmlns:a16="http://schemas.microsoft.com/office/drawing/2014/main" id="{BBF66D2B-C33E-3525-8336-B72ADF92E38C}"/>
              </a:ext>
            </a:extLst>
          </p:cNvPr>
          <p:cNvSpPr/>
          <p:nvPr/>
        </p:nvSpPr>
        <p:spPr>
          <a:xfrm>
            <a:off x="3219876" y="1819820"/>
            <a:ext cx="1274371" cy="691469"/>
          </a:xfrm>
          <a:prstGeom prst="rect">
            <a:avLst/>
          </a:prstGeom>
          <a:solidFill>
            <a:srgbClr val="B2D5B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Gum Leaf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#B2D5BD</a:t>
            </a:r>
          </a:p>
        </p:txBody>
      </p:sp>
      <p:sp>
        <p:nvSpPr>
          <p:cNvPr id="8" name="Rectangle 56">
            <a:extLst>
              <a:ext uri="{FF2B5EF4-FFF2-40B4-BE49-F238E27FC236}">
                <a16:creationId xmlns:a16="http://schemas.microsoft.com/office/drawing/2014/main" id="{BDD5FDBF-A94F-300F-8642-60F1A5714EED}"/>
              </a:ext>
            </a:extLst>
          </p:cNvPr>
          <p:cNvSpPr/>
          <p:nvPr/>
        </p:nvSpPr>
        <p:spPr>
          <a:xfrm>
            <a:off x="4632990" y="1819820"/>
            <a:ext cx="1274371" cy="691469"/>
          </a:xfrm>
          <a:prstGeom prst="rect">
            <a:avLst/>
          </a:prstGeom>
          <a:solidFill>
            <a:srgbClr val="5AA28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Polished Pine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#5AA28C</a:t>
            </a:r>
          </a:p>
        </p:txBody>
      </p:sp>
      <p:sp>
        <p:nvSpPr>
          <p:cNvPr id="9" name="Rectangle 57">
            <a:extLst>
              <a:ext uri="{FF2B5EF4-FFF2-40B4-BE49-F238E27FC236}">
                <a16:creationId xmlns:a16="http://schemas.microsoft.com/office/drawing/2014/main" id="{4C4B578D-E057-0BE6-8BE7-C735CA6F436C}"/>
              </a:ext>
            </a:extLst>
          </p:cNvPr>
          <p:cNvSpPr/>
          <p:nvPr/>
        </p:nvSpPr>
        <p:spPr>
          <a:xfrm>
            <a:off x="6046113" y="1819820"/>
            <a:ext cx="1274371" cy="691469"/>
          </a:xfrm>
          <a:prstGeom prst="rect">
            <a:avLst/>
          </a:prstGeom>
          <a:solidFill>
            <a:srgbClr val="016D7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Mosque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#016D77</a:t>
            </a:r>
          </a:p>
        </p:txBody>
      </p:sp>
      <p:sp>
        <p:nvSpPr>
          <p:cNvPr id="10" name="Rectangle 62">
            <a:extLst>
              <a:ext uri="{FF2B5EF4-FFF2-40B4-BE49-F238E27FC236}">
                <a16:creationId xmlns:a16="http://schemas.microsoft.com/office/drawing/2014/main" id="{16AE1A32-037B-6F15-3600-170F758DB6A2}"/>
              </a:ext>
            </a:extLst>
          </p:cNvPr>
          <p:cNvSpPr/>
          <p:nvPr/>
        </p:nvSpPr>
        <p:spPr>
          <a:xfrm>
            <a:off x="1806753" y="2936741"/>
            <a:ext cx="1274371" cy="691469"/>
          </a:xfrm>
          <a:prstGeom prst="rect">
            <a:avLst/>
          </a:prstGeom>
          <a:solidFill>
            <a:srgbClr val="2F485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Pickled Bluewood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#2F485E</a:t>
            </a:r>
          </a:p>
        </p:txBody>
      </p:sp>
      <p:sp>
        <p:nvSpPr>
          <p:cNvPr id="11" name="Rectangle 63">
            <a:extLst>
              <a:ext uri="{FF2B5EF4-FFF2-40B4-BE49-F238E27FC236}">
                <a16:creationId xmlns:a16="http://schemas.microsoft.com/office/drawing/2014/main" id="{12A3298E-612D-4DE0-9C2C-8D4C1D90F4D5}"/>
              </a:ext>
            </a:extLst>
          </p:cNvPr>
          <p:cNvSpPr/>
          <p:nvPr/>
        </p:nvSpPr>
        <p:spPr>
          <a:xfrm>
            <a:off x="3219876" y="2936741"/>
            <a:ext cx="1274371" cy="691469"/>
          </a:xfrm>
          <a:prstGeom prst="rect">
            <a:avLst/>
          </a:prstGeom>
          <a:solidFill>
            <a:srgbClr val="19395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Nile Blue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#193950</a:t>
            </a:r>
          </a:p>
        </p:txBody>
      </p:sp>
      <p:sp>
        <p:nvSpPr>
          <p:cNvPr id="12" name="Rectangle 64">
            <a:extLst>
              <a:ext uri="{FF2B5EF4-FFF2-40B4-BE49-F238E27FC236}">
                <a16:creationId xmlns:a16="http://schemas.microsoft.com/office/drawing/2014/main" id="{A1C2BED2-FB9E-DCEE-AF58-943E9C6A3969}"/>
              </a:ext>
            </a:extLst>
          </p:cNvPr>
          <p:cNvSpPr/>
          <p:nvPr/>
        </p:nvSpPr>
        <p:spPr>
          <a:xfrm>
            <a:off x="4632990" y="2936741"/>
            <a:ext cx="1274371" cy="691469"/>
          </a:xfrm>
          <a:prstGeom prst="rect">
            <a:avLst/>
          </a:prstGeom>
          <a:solidFill>
            <a:srgbClr val="BCE39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Yellow Green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#BCE392</a:t>
            </a:r>
          </a:p>
        </p:txBody>
      </p:sp>
      <p:sp>
        <p:nvSpPr>
          <p:cNvPr id="13" name="Rectangle 65">
            <a:extLst>
              <a:ext uri="{FF2B5EF4-FFF2-40B4-BE49-F238E27FC236}">
                <a16:creationId xmlns:a16="http://schemas.microsoft.com/office/drawing/2014/main" id="{3AB4AB0C-E4CB-8B91-615B-730A4F85B7B7}"/>
              </a:ext>
            </a:extLst>
          </p:cNvPr>
          <p:cNvSpPr/>
          <p:nvPr/>
        </p:nvSpPr>
        <p:spPr>
          <a:xfrm>
            <a:off x="6046113" y="2936741"/>
            <a:ext cx="1274371" cy="691469"/>
          </a:xfrm>
          <a:prstGeom prst="rect">
            <a:avLst/>
          </a:prstGeom>
          <a:solidFill>
            <a:srgbClr val="1254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Chathams Blue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#125486</a:t>
            </a:r>
          </a:p>
        </p:txBody>
      </p:sp>
      <p:sp>
        <p:nvSpPr>
          <p:cNvPr id="14" name="Rectangle 68">
            <a:extLst>
              <a:ext uri="{FF2B5EF4-FFF2-40B4-BE49-F238E27FC236}">
                <a16:creationId xmlns:a16="http://schemas.microsoft.com/office/drawing/2014/main" id="{AED73272-8DBB-B87F-0831-3768AA22A999}"/>
              </a:ext>
            </a:extLst>
          </p:cNvPr>
          <p:cNvSpPr/>
          <p:nvPr/>
        </p:nvSpPr>
        <p:spPr>
          <a:xfrm>
            <a:off x="7448309" y="2936741"/>
            <a:ext cx="1274371" cy="691469"/>
          </a:xfrm>
          <a:prstGeom prst="rect">
            <a:avLst/>
          </a:prstGeom>
          <a:solidFill>
            <a:srgbClr val="5CA1B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Fountain Blue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#5CA1BE</a:t>
            </a:r>
          </a:p>
        </p:txBody>
      </p:sp>
      <p:sp>
        <p:nvSpPr>
          <p:cNvPr id="15" name="TextBox 69">
            <a:extLst>
              <a:ext uri="{FF2B5EF4-FFF2-40B4-BE49-F238E27FC236}">
                <a16:creationId xmlns:a16="http://schemas.microsoft.com/office/drawing/2014/main" id="{30AB3AB5-1C39-5E9F-9212-58FBB90F2A54}"/>
              </a:ext>
            </a:extLst>
          </p:cNvPr>
          <p:cNvSpPr txBox="1"/>
          <p:nvPr/>
        </p:nvSpPr>
        <p:spPr>
          <a:xfrm>
            <a:off x="459111" y="3983985"/>
            <a:ext cx="1364723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Tertiary</a:t>
            </a:r>
          </a:p>
        </p:txBody>
      </p:sp>
      <p:sp>
        <p:nvSpPr>
          <p:cNvPr id="16" name="Rectangle 70">
            <a:extLst>
              <a:ext uri="{FF2B5EF4-FFF2-40B4-BE49-F238E27FC236}">
                <a16:creationId xmlns:a16="http://schemas.microsoft.com/office/drawing/2014/main" id="{4C076497-B0DC-9E56-950F-23B6FC526E8A}"/>
              </a:ext>
            </a:extLst>
          </p:cNvPr>
          <p:cNvSpPr/>
          <p:nvPr/>
        </p:nvSpPr>
        <p:spPr>
          <a:xfrm>
            <a:off x="1806753" y="4049584"/>
            <a:ext cx="1274371" cy="691469"/>
          </a:xfrm>
          <a:prstGeom prst="rect">
            <a:avLst/>
          </a:prstGeom>
          <a:solidFill>
            <a:srgbClr val="494D5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Abbey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#494D51</a:t>
            </a:r>
          </a:p>
        </p:txBody>
      </p:sp>
      <p:sp>
        <p:nvSpPr>
          <p:cNvPr id="17" name="Rectangle 71">
            <a:extLst>
              <a:ext uri="{FF2B5EF4-FFF2-40B4-BE49-F238E27FC236}">
                <a16:creationId xmlns:a16="http://schemas.microsoft.com/office/drawing/2014/main" id="{4BB86FF4-C98B-E94C-7857-D3200B8A24AC}"/>
              </a:ext>
            </a:extLst>
          </p:cNvPr>
          <p:cNvSpPr/>
          <p:nvPr/>
        </p:nvSpPr>
        <p:spPr>
          <a:xfrm>
            <a:off x="3219876" y="4049584"/>
            <a:ext cx="1274371" cy="691469"/>
          </a:xfrm>
          <a:prstGeom prst="rect">
            <a:avLst/>
          </a:prstGeom>
          <a:solidFill>
            <a:srgbClr val="989DA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Manatee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#989DA3</a:t>
            </a:r>
          </a:p>
        </p:txBody>
      </p:sp>
      <p:sp>
        <p:nvSpPr>
          <p:cNvPr id="18" name="Rectangle 72">
            <a:extLst>
              <a:ext uri="{FF2B5EF4-FFF2-40B4-BE49-F238E27FC236}">
                <a16:creationId xmlns:a16="http://schemas.microsoft.com/office/drawing/2014/main" id="{44C5D655-AC39-1522-421B-46FD15FE0F2C}"/>
              </a:ext>
            </a:extLst>
          </p:cNvPr>
          <p:cNvSpPr/>
          <p:nvPr/>
        </p:nvSpPr>
        <p:spPr>
          <a:xfrm>
            <a:off x="4632990" y="4056415"/>
            <a:ext cx="1274371" cy="691469"/>
          </a:xfrm>
          <a:prstGeom prst="rect">
            <a:avLst/>
          </a:prstGeom>
          <a:solidFill>
            <a:srgbClr val="C5C9C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Silver Sand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#C5C9CD</a:t>
            </a:r>
          </a:p>
        </p:txBody>
      </p:sp>
      <p:sp>
        <p:nvSpPr>
          <p:cNvPr id="19" name="TextBox 75">
            <a:extLst>
              <a:ext uri="{FF2B5EF4-FFF2-40B4-BE49-F238E27FC236}">
                <a16:creationId xmlns:a16="http://schemas.microsoft.com/office/drawing/2014/main" id="{CA066B03-33FE-69F7-B452-78C292632489}"/>
              </a:ext>
            </a:extLst>
          </p:cNvPr>
          <p:cNvSpPr txBox="1"/>
          <p:nvPr/>
        </p:nvSpPr>
        <p:spPr>
          <a:xfrm>
            <a:off x="459111" y="5150769"/>
            <a:ext cx="99896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SuMPO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Color</a:t>
            </a:r>
          </a:p>
        </p:txBody>
      </p:sp>
      <p:sp>
        <p:nvSpPr>
          <p:cNvPr id="20" name="Rectangle 76">
            <a:extLst>
              <a:ext uri="{FF2B5EF4-FFF2-40B4-BE49-F238E27FC236}">
                <a16:creationId xmlns:a16="http://schemas.microsoft.com/office/drawing/2014/main" id="{0A626048-E259-0FCF-0534-CB92A8782FD1}"/>
              </a:ext>
            </a:extLst>
          </p:cNvPr>
          <p:cNvSpPr/>
          <p:nvPr/>
        </p:nvSpPr>
        <p:spPr>
          <a:xfrm>
            <a:off x="1806753" y="5212363"/>
            <a:ext cx="1274371" cy="69146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Seagull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#7FC1E9</a:t>
            </a:r>
          </a:p>
        </p:txBody>
      </p:sp>
      <p:sp>
        <p:nvSpPr>
          <p:cNvPr id="21" name="Rectangle 77">
            <a:extLst>
              <a:ext uri="{FF2B5EF4-FFF2-40B4-BE49-F238E27FC236}">
                <a16:creationId xmlns:a16="http://schemas.microsoft.com/office/drawing/2014/main" id="{E0F1FFBC-6BC4-3E3B-0AA8-58891C3A886A}"/>
              </a:ext>
            </a:extLst>
          </p:cNvPr>
          <p:cNvSpPr/>
          <p:nvPr/>
        </p:nvSpPr>
        <p:spPr>
          <a:xfrm>
            <a:off x="3219876" y="5212372"/>
            <a:ext cx="1274371" cy="69146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Apricot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#EF9B86</a:t>
            </a:r>
          </a:p>
        </p:txBody>
      </p:sp>
      <p:sp>
        <p:nvSpPr>
          <p:cNvPr id="22" name="Rectangle 78">
            <a:extLst>
              <a:ext uri="{FF2B5EF4-FFF2-40B4-BE49-F238E27FC236}">
                <a16:creationId xmlns:a16="http://schemas.microsoft.com/office/drawing/2014/main" id="{48D1EFEB-ED41-9FC5-3E58-0B8433F2EFCA}"/>
              </a:ext>
            </a:extLst>
          </p:cNvPr>
          <p:cNvSpPr/>
          <p:nvPr/>
        </p:nvSpPr>
        <p:spPr>
          <a:xfrm>
            <a:off x="4632990" y="5212372"/>
            <a:ext cx="1274371" cy="69146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Bright Sun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#FBD13E</a:t>
            </a:r>
          </a:p>
        </p:txBody>
      </p:sp>
      <p:sp>
        <p:nvSpPr>
          <p:cNvPr id="23" name="Rectangle 79">
            <a:extLst>
              <a:ext uri="{FF2B5EF4-FFF2-40B4-BE49-F238E27FC236}">
                <a16:creationId xmlns:a16="http://schemas.microsoft.com/office/drawing/2014/main" id="{ED302E90-8C2C-F312-8BC6-146DFBC28A9A}"/>
              </a:ext>
            </a:extLst>
          </p:cNvPr>
          <p:cNvSpPr/>
          <p:nvPr/>
        </p:nvSpPr>
        <p:spPr>
          <a:xfrm>
            <a:off x="6046113" y="5212372"/>
            <a:ext cx="1274371" cy="69146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Absolute Zero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#0057BA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68465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7FDF-DF03-CAF4-76AF-E8A1879C52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/>
              <a:t>Shapes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E0FBF54-B5C7-8AD5-E8AE-13DB487DC0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B2E5210-50C8-1F46-BC57-2CBA46BE4E34}" type="slidenum">
              <a:rPr lang="en-US"/>
              <a:t>2</a:t>
            </a:fld>
            <a:endParaRPr lang="en-US"/>
          </a:p>
        </p:txBody>
      </p:sp>
      <p:sp>
        <p:nvSpPr>
          <p:cNvPr id="4" name="二等辺三角形 2">
            <a:extLst>
              <a:ext uri="{FF2B5EF4-FFF2-40B4-BE49-F238E27FC236}">
                <a16:creationId xmlns:a16="http://schemas.microsoft.com/office/drawing/2014/main" id="{4E348DE9-2A56-7605-44CE-35C05500321F}"/>
              </a:ext>
            </a:extLst>
          </p:cNvPr>
          <p:cNvSpPr/>
          <p:nvPr/>
        </p:nvSpPr>
        <p:spPr>
          <a:xfrm rot="10799991">
            <a:off x="742190" y="1265337"/>
            <a:ext cx="184736" cy="1387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右大かっこ 5">
            <a:extLst>
              <a:ext uri="{FF2B5EF4-FFF2-40B4-BE49-F238E27FC236}">
                <a16:creationId xmlns:a16="http://schemas.microsoft.com/office/drawing/2014/main" id="{4032E202-BABA-4075-1A76-61C3A162ACB5}"/>
              </a:ext>
            </a:extLst>
          </p:cNvPr>
          <p:cNvSpPr/>
          <p:nvPr/>
        </p:nvSpPr>
        <p:spPr>
          <a:xfrm rot="10799991">
            <a:off x="399519" y="1265347"/>
            <a:ext cx="183236" cy="538270"/>
          </a:xfrm>
          <a:custGeom>
            <a:avLst>
              <a:gd name="f10" fmla="val 0"/>
            </a:avLst>
            <a:gdLst>
              <a:gd name="f1" fmla="val 10800000"/>
              <a:gd name="f2" fmla="val 5400000"/>
              <a:gd name="f3" fmla="val 16200000"/>
              <a:gd name="f4" fmla="val 180"/>
              <a:gd name="f5" fmla="val w"/>
              <a:gd name="f6" fmla="val h"/>
              <a:gd name="f7" fmla="val ss"/>
              <a:gd name="f8" fmla="val 0"/>
              <a:gd name="f9" fmla="*/ 5419351 1 1725033"/>
              <a:gd name="f10" fmla="val 0"/>
              <a:gd name="f11" fmla="+- 0 0 -180"/>
              <a:gd name="f12" fmla="+- 0 0 -360"/>
              <a:gd name="f13" fmla="+- 0 0 -270"/>
              <a:gd name="f14" fmla="abs f5"/>
              <a:gd name="f15" fmla="abs f6"/>
              <a:gd name="f16" fmla="abs f7"/>
              <a:gd name="f17" fmla="val f8"/>
              <a:gd name="f18" fmla="val f10"/>
              <a:gd name="f19" fmla="+- 2700000 f2 0"/>
              <a:gd name="f20" fmla="*/ f11 f1 1"/>
              <a:gd name="f21" fmla="*/ f12 f1 1"/>
              <a:gd name="f22" fmla="*/ f13 f1 1"/>
              <a:gd name="f23" fmla="?: f14 f5 1"/>
              <a:gd name="f24" fmla="?: f15 f6 1"/>
              <a:gd name="f25" fmla="?: f16 f7 1"/>
              <a:gd name="f26" fmla="*/ f19 f9 1"/>
              <a:gd name="f27" fmla="*/ f20 1 f4"/>
              <a:gd name="f28" fmla="*/ f21 1 f4"/>
              <a:gd name="f29" fmla="*/ f22 1 f4"/>
              <a:gd name="f30" fmla="*/ f23 1 21600"/>
              <a:gd name="f31" fmla="*/ f24 1 21600"/>
              <a:gd name="f32" fmla="*/ 21600 f23 1"/>
              <a:gd name="f33" fmla="*/ 21600 f24 1"/>
              <a:gd name="f34" fmla="*/ f26 1 f1"/>
              <a:gd name="f35" fmla="+- f27 0 f2"/>
              <a:gd name="f36" fmla="+- f28 0 f2"/>
              <a:gd name="f37" fmla="+- f29 0 f2"/>
              <a:gd name="f38" fmla="min f31 f30"/>
              <a:gd name="f39" fmla="*/ f32 1 f25"/>
              <a:gd name="f40" fmla="*/ f33 1 f25"/>
              <a:gd name="f41" fmla="+- 0 0 f34"/>
              <a:gd name="f42" fmla="val f39"/>
              <a:gd name="f43" fmla="val f40"/>
              <a:gd name="f44" fmla="+- 0 0 f41"/>
              <a:gd name="f45" fmla="*/ f17 f38 1"/>
              <a:gd name="f46" fmla="+- f43 0 f17"/>
              <a:gd name="f47" fmla="+- f42 0 f17"/>
              <a:gd name="f48" fmla="*/ f44 f1 1"/>
              <a:gd name="f49" fmla="*/ f42 f38 1"/>
              <a:gd name="f50" fmla="*/ f43 f38 1"/>
              <a:gd name="f51" fmla="*/ f46 1 2"/>
              <a:gd name="f52" fmla="min f47 f46"/>
              <a:gd name="f53" fmla="*/ f48 1 f9"/>
              <a:gd name="f54" fmla="*/ f47 f38 1"/>
              <a:gd name="f55" fmla="+- f17 f51 0"/>
              <a:gd name="f56" fmla="*/ f52 f18 1"/>
              <a:gd name="f57" fmla="+- f53 0 f2"/>
              <a:gd name="f58" fmla="*/ f56 1 100000"/>
              <a:gd name="f59" fmla="cos 1 f57"/>
              <a:gd name="f60" fmla="sin 1 f57"/>
              <a:gd name="f61" fmla="*/ f55 f38 1"/>
              <a:gd name="f62" fmla="+- f43 0 f58"/>
              <a:gd name="f63" fmla="+- 0 0 f59"/>
              <a:gd name="f64" fmla="+- 0 0 f60"/>
              <a:gd name="f65" fmla="*/ f58 f38 1"/>
              <a:gd name="f66" fmla="+- 0 0 f63"/>
              <a:gd name="f67" fmla="+- 0 0 f64"/>
              <a:gd name="f68" fmla="*/ f62 f38 1"/>
              <a:gd name="f69" fmla="*/ f66 f47 1"/>
              <a:gd name="f70" fmla="*/ f67 f58 1"/>
              <a:gd name="f71" fmla="+- f17 f69 0"/>
              <a:gd name="f72" fmla="+- f58 0 f70"/>
              <a:gd name="f73" fmla="+- f43 f70 0"/>
              <a:gd name="f74" fmla="+- f73 0 f58"/>
              <a:gd name="f75" fmla="*/ f72 f38 1"/>
              <a:gd name="f76" fmla="*/ f71 f38 1"/>
              <a:gd name="f77" fmla="*/ f74 f3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5" y="f45"/>
              </a:cxn>
              <a:cxn ang="f36">
                <a:pos x="f45" y="f50"/>
              </a:cxn>
              <a:cxn ang="f37">
                <a:pos x="f49" y="f61"/>
              </a:cxn>
            </a:cxnLst>
            <a:rect l="f45" t="f75" r="f76" b="f77"/>
            <a:pathLst>
              <a:path stroke="0">
                <a:moveTo>
                  <a:pt x="f45" y="f45"/>
                </a:moveTo>
                <a:arcTo wR="f54" hR="f65" stAng="f3" swAng="f2"/>
                <a:lnTo>
                  <a:pt x="f49" y="f68"/>
                </a:lnTo>
                <a:arcTo wR="f54" hR="f65" stAng="f8" swAng="f2"/>
                <a:close/>
              </a:path>
              <a:path fill="none">
                <a:moveTo>
                  <a:pt x="f45" y="f45"/>
                </a:moveTo>
                <a:arcTo wR="f54" hR="f65" stAng="f3" swAng="f2"/>
                <a:lnTo>
                  <a:pt x="f49" y="f68"/>
                </a:lnTo>
                <a:arcTo wR="f54" hR="f65" stAng="f8" swAng="f2"/>
              </a:path>
            </a:pathLst>
          </a:custGeom>
          <a:noFill/>
          <a:ln w="28575" cap="flat">
            <a:solidFill>
              <a:srgbClr val="A6A6A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二等辺三角形 6">
            <a:extLst>
              <a:ext uri="{FF2B5EF4-FFF2-40B4-BE49-F238E27FC236}">
                <a16:creationId xmlns:a16="http://schemas.microsoft.com/office/drawing/2014/main" id="{DDFB3A93-4410-310E-20B4-1AFE1E511EE2}"/>
              </a:ext>
            </a:extLst>
          </p:cNvPr>
          <p:cNvSpPr/>
          <p:nvPr/>
        </p:nvSpPr>
        <p:spPr>
          <a:xfrm rot="10799991">
            <a:off x="742190" y="1436028"/>
            <a:ext cx="184736" cy="1387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二等辺三角形 7">
            <a:extLst>
              <a:ext uri="{FF2B5EF4-FFF2-40B4-BE49-F238E27FC236}">
                <a16:creationId xmlns:a16="http://schemas.microsoft.com/office/drawing/2014/main" id="{E6DFB37F-D05E-2341-0983-DF03C40CD19E}"/>
              </a:ext>
            </a:extLst>
          </p:cNvPr>
          <p:cNvSpPr/>
          <p:nvPr/>
        </p:nvSpPr>
        <p:spPr>
          <a:xfrm rot="10799991">
            <a:off x="742190" y="1606719"/>
            <a:ext cx="184736" cy="1387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8" name="グラフィックス 8" descr="チェック マーク 単色塗りつぶし">
            <a:extLst>
              <a:ext uri="{FF2B5EF4-FFF2-40B4-BE49-F238E27FC236}">
                <a16:creationId xmlns:a16="http://schemas.microsoft.com/office/drawing/2014/main" id="{BD4E9A54-F4F7-57EB-494A-C511E1979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369" y="2163058"/>
            <a:ext cx="264865" cy="2648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4">
            <a:extLst>
              <a:ext uri="{FF2B5EF4-FFF2-40B4-BE49-F238E27FC236}">
                <a16:creationId xmlns:a16="http://schemas.microsoft.com/office/drawing/2014/main" id="{D151C988-FE7C-D7A6-C5B5-6F489EDDFD18}"/>
              </a:ext>
            </a:extLst>
          </p:cNvPr>
          <p:cNvSpPr/>
          <p:nvPr/>
        </p:nvSpPr>
        <p:spPr>
          <a:xfrm flipH="1" flipV="1">
            <a:off x="433571" y="3009043"/>
            <a:ext cx="149193" cy="157724"/>
          </a:xfrm>
          <a:prstGeom prst="rect">
            <a:avLst/>
          </a:prstGeom>
          <a:solidFill>
            <a:srgbClr val="2F485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1" i="0" u="none" strike="noStrike" kern="1200" cap="none" spc="0" baseline="0">
              <a:solidFill>
                <a:srgbClr val="FFFFFF"/>
              </a:solidFill>
              <a:uFillTx/>
              <a:latin typeface="游ゴシック" pitchFamily="34"/>
              <a:ea typeface="游ゴシック" pitchFamily="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68465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4047A2-FD40-B837-1EBA-F8A1332FB0B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D90F21-B9A8-19D6-FA6D-1D6CCEF5B9E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07AF2D-8E53-A0D8-7D80-C6AB587D72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3CAF9D1-3A7F-C84E-B990-8C6BA425AF96}" type="slidenum"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4D88A63B-BA24-F9FA-8F5A-498CFB8F89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8736AAB-4563-F445-8854-55A644A25180}" type="slidenum">
              <a:t>4</a:t>
            </a:fld>
            <a:endParaRPr 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50CEFFD-0A06-66CA-85FF-13F8A90B37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430216"/>
            <a:ext cx="10101267" cy="612776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ja-JP" sz="1800"/>
              <a:t>【調査実績サマリ】</a:t>
            </a:r>
            <a:br>
              <a:rPr lang="en-US" sz="1800"/>
            </a:br>
            <a:r>
              <a:rPr lang="en-US" sz="1800"/>
              <a:t>  </a:t>
            </a:r>
            <a:r>
              <a:rPr lang="ja-JP" sz="2000"/>
              <a:t>○○に関する</a:t>
            </a:r>
            <a:r>
              <a:rPr lang="en-US" sz="2000"/>
              <a:t>SuMPO</a:t>
            </a:r>
            <a:r>
              <a:rPr lang="ja-JP" sz="2000"/>
              <a:t>調査実績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99B4935E-69F7-B61B-8AE6-DC0E421F91E9}"/>
              </a:ext>
            </a:extLst>
          </p:cNvPr>
          <p:cNvSpPr txBox="1"/>
          <p:nvPr/>
        </p:nvSpPr>
        <p:spPr>
          <a:xfrm>
            <a:off x="399528" y="1393207"/>
            <a:ext cx="1077218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45720" rIns="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125486"/>
                </a:solidFill>
                <a:uFillTx/>
                <a:latin typeface="Calibri"/>
                <a:ea typeface="游ゴシック" pitchFamily="34"/>
              </a:rPr>
              <a:t>調査実績の概要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97A25-B3A9-B221-02F5-1CD602110E58}"/>
              </a:ext>
            </a:extLst>
          </p:cNvPr>
          <p:cNvSpPr/>
          <p:nvPr/>
        </p:nvSpPr>
        <p:spPr>
          <a:xfrm>
            <a:off x="463829" y="1782412"/>
            <a:ext cx="1012917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業務名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DCDFF64-7E31-2AA3-7BA8-DE43ABC2C459}"/>
              </a:ext>
            </a:extLst>
          </p:cNvPr>
          <p:cNvSpPr/>
          <p:nvPr/>
        </p:nvSpPr>
        <p:spPr>
          <a:xfrm>
            <a:off x="3213649" y="1782412"/>
            <a:ext cx="6765234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業務概要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E47BA98-696E-4763-DD51-7A88E51A359E}"/>
              </a:ext>
            </a:extLst>
          </p:cNvPr>
          <p:cNvSpPr txBox="1"/>
          <p:nvPr/>
        </p:nvSpPr>
        <p:spPr>
          <a:xfrm>
            <a:off x="463829" y="2171626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489807-916C-78D6-DF8C-DFC27C11FCB7}"/>
              </a:ext>
            </a:extLst>
          </p:cNvPr>
          <p:cNvSpPr txBox="1"/>
          <p:nvPr/>
        </p:nvSpPr>
        <p:spPr>
          <a:xfrm>
            <a:off x="3213649" y="2171626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561D3A6-BB31-316C-1E2B-4ACE319BDF36}"/>
              </a:ext>
            </a:extLst>
          </p:cNvPr>
          <p:cNvSpPr/>
          <p:nvPr/>
        </p:nvSpPr>
        <p:spPr>
          <a:xfrm>
            <a:off x="1608402" y="1782412"/>
            <a:ext cx="1479362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業務提供先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040658D5-835A-9CD0-B389-450FE9A4B59C}"/>
              </a:ext>
            </a:extLst>
          </p:cNvPr>
          <p:cNvSpPr txBox="1"/>
          <p:nvPr/>
        </p:nvSpPr>
        <p:spPr>
          <a:xfrm>
            <a:off x="1608402" y="2171626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274E158D-142E-E505-5568-23B42C72FA00}"/>
              </a:ext>
            </a:extLst>
          </p:cNvPr>
          <p:cNvSpPr txBox="1"/>
          <p:nvPr/>
        </p:nvSpPr>
        <p:spPr>
          <a:xfrm>
            <a:off x="463829" y="2693410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60F2B96A-9C16-35AC-43F5-263856C8655E}"/>
              </a:ext>
            </a:extLst>
          </p:cNvPr>
          <p:cNvSpPr txBox="1"/>
          <p:nvPr/>
        </p:nvSpPr>
        <p:spPr>
          <a:xfrm>
            <a:off x="3213649" y="2693410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73589255-B7AF-FE9A-9902-A86E974152E7}"/>
              </a:ext>
            </a:extLst>
          </p:cNvPr>
          <p:cNvSpPr txBox="1"/>
          <p:nvPr/>
        </p:nvSpPr>
        <p:spPr>
          <a:xfrm>
            <a:off x="1608402" y="2693410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CFCB2D8E-3EEF-AB57-2D12-814EAACD6F73}"/>
              </a:ext>
            </a:extLst>
          </p:cNvPr>
          <p:cNvSpPr txBox="1"/>
          <p:nvPr/>
        </p:nvSpPr>
        <p:spPr>
          <a:xfrm>
            <a:off x="463829" y="3215194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C541AE6B-EEBF-D7A6-D214-453C30CED234}"/>
              </a:ext>
            </a:extLst>
          </p:cNvPr>
          <p:cNvSpPr txBox="1"/>
          <p:nvPr/>
        </p:nvSpPr>
        <p:spPr>
          <a:xfrm>
            <a:off x="3213649" y="3215194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EFCDE94E-39C1-8326-4A70-A731D6F7B4AD}"/>
              </a:ext>
            </a:extLst>
          </p:cNvPr>
          <p:cNvSpPr txBox="1"/>
          <p:nvPr/>
        </p:nvSpPr>
        <p:spPr>
          <a:xfrm>
            <a:off x="1608402" y="3215194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7" name="TextBox 28">
            <a:extLst>
              <a:ext uri="{FF2B5EF4-FFF2-40B4-BE49-F238E27FC236}">
                <a16:creationId xmlns:a16="http://schemas.microsoft.com/office/drawing/2014/main" id="{A0B3B37D-7EA6-3C77-C0F1-CAA2549281F8}"/>
              </a:ext>
            </a:extLst>
          </p:cNvPr>
          <p:cNvSpPr txBox="1"/>
          <p:nvPr/>
        </p:nvSpPr>
        <p:spPr>
          <a:xfrm>
            <a:off x="463829" y="3736988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8" name="TextBox 29">
            <a:extLst>
              <a:ext uri="{FF2B5EF4-FFF2-40B4-BE49-F238E27FC236}">
                <a16:creationId xmlns:a16="http://schemas.microsoft.com/office/drawing/2014/main" id="{9EE3274F-C3BC-704A-8238-2958A6C72687}"/>
              </a:ext>
            </a:extLst>
          </p:cNvPr>
          <p:cNvSpPr txBox="1"/>
          <p:nvPr/>
        </p:nvSpPr>
        <p:spPr>
          <a:xfrm>
            <a:off x="3213649" y="3736988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8D363855-93A0-AF67-BE7F-900877DD01AD}"/>
              </a:ext>
            </a:extLst>
          </p:cNvPr>
          <p:cNvSpPr txBox="1"/>
          <p:nvPr/>
        </p:nvSpPr>
        <p:spPr>
          <a:xfrm>
            <a:off x="1608402" y="3736988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0" name="TextBox 31">
            <a:extLst>
              <a:ext uri="{FF2B5EF4-FFF2-40B4-BE49-F238E27FC236}">
                <a16:creationId xmlns:a16="http://schemas.microsoft.com/office/drawing/2014/main" id="{C5F661A6-FF46-D21D-B4BC-0D21AE619E55}"/>
              </a:ext>
            </a:extLst>
          </p:cNvPr>
          <p:cNvSpPr txBox="1"/>
          <p:nvPr/>
        </p:nvSpPr>
        <p:spPr>
          <a:xfrm>
            <a:off x="457200" y="4258772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1" name="TextBox 32">
            <a:extLst>
              <a:ext uri="{FF2B5EF4-FFF2-40B4-BE49-F238E27FC236}">
                <a16:creationId xmlns:a16="http://schemas.microsoft.com/office/drawing/2014/main" id="{D1CFAD31-AE0E-1902-A4B9-6CD0B792CF38}"/>
              </a:ext>
            </a:extLst>
          </p:cNvPr>
          <p:cNvSpPr txBox="1"/>
          <p:nvPr/>
        </p:nvSpPr>
        <p:spPr>
          <a:xfrm>
            <a:off x="3207029" y="4258772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DF0E0DEC-20A1-65FD-6F20-3524DEDC05E6}"/>
              </a:ext>
            </a:extLst>
          </p:cNvPr>
          <p:cNvSpPr txBox="1"/>
          <p:nvPr/>
        </p:nvSpPr>
        <p:spPr>
          <a:xfrm>
            <a:off x="1601772" y="4258772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3" name="TextBox 34">
            <a:extLst>
              <a:ext uri="{FF2B5EF4-FFF2-40B4-BE49-F238E27FC236}">
                <a16:creationId xmlns:a16="http://schemas.microsoft.com/office/drawing/2014/main" id="{92FB9E73-83B9-5C93-FF14-EED4552B176E}"/>
              </a:ext>
            </a:extLst>
          </p:cNvPr>
          <p:cNvSpPr txBox="1"/>
          <p:nvPr/>
        </p:nvSpPr>
        <p:spPr>
          <a:xfrm>
            <a:off x="457200" y="4780556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037AFF64-47F1-5FB8-58EA-3D12BED76862}"/>
              </a:ext>
            </a:extLst>
          </p:cNvPr>
          <p:cNvSpPr txBox="1"/>
          <p:nvPr/>
        </p:nvSpPr>
        <p:spPr>
          <a:xfrm>
            <a:off x="3207029" y="4780556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5" name="TextBox 36">
            <a:extLst>
              <a:ext uri="{FF2B5EF4-FFF2-40B4-BE49-F238E27FC236}">
                <a16:creationId xmlns:a16="http://schemas.microsoft.com/office/drawing/2014/main" id="{96F1CDA4-AACD-8CAB-9232-DB6317CC4DBC}"/>
              </a:ext>
            </a:extLst>
          </p:cNvPr>
          <p:cNvSpPr txBox="1"/>
          <p:nvPr/>
        </p:nvSpPr>
        <p:spPr>
          <a:xfrm>
            <a:off x="1601772" y="4780556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6" name="TextBox 37">
            <a:extLst>
              <a:ext uri="{FF2B5EF4-FFF2-40B4-BE49-F238E27FC236}">
                <a16:creationId xmlns:a16="http://schemas.microsoft.com/office/drawing/2014/main" id="{489CBCB1-40F9-8410-0002-1AB95CEF597F}"/>
              </a:ext>
            </a:extLst>
          </p:cNvPr>
          <p:cNvSpPr txBox="1"/>
          <p:nvPr/>
        </p:nvSpPr>
        <p:spPr>
          <a:xfrm>
            <a:off x="457200" y="5302340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7" name="TextBox 38">
            <a:extLst>
              <a:ext uri="{FF2B5EF4-FFF2-40B4-BE49-F238E27FC236}">
                <a16:creationId xmlns:a16="http://schemas.microsoft.com/office/drawing/2014/main" id="{F7D6463D-A93D-6295-B6A2-9A2B2124B0C7}"/>
              </a:ext>
            </a:extLst>
          </p:cNvPr>
          <p:cNvSpPr txBox="1"/>
          <p:nvPr/>
        </p:nvSpPr>
        <p:spPr>
          <a:xfrm>
            <a:off x="3207029" y="5302340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8" name="TextBox 39">
            <a:extLst>
              <a:ext uri="{FF2B5EF4-FFF2-40B4-BE49-F238E27FC236}">
                <a16:creationId xmlns:a16="http://schemas.microsoft.com/office/drawing/2014/main" id="{265019C8-B9CA-6216-3F8F-272B1DB12DBC}"/>
              </a:ext>
            </a:extLst>
          </p:cNvPr>
          <p:cNvSpPr txBox="1"/>
          <p:nvPr/>
        </p:nvSpPr>
        <p:spPr>
          <a:xfrm>
            <a:off x="1601772" y="5302340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9" name="TextBox 40">
            <a:extLst>
              <a:ext uri="{FF2B5EF4-FFF2-40B4-BE49-F238E27FC236}">
                <a16:creationId xmlns:a16="http://schemas.microsoft.com/office/drawing/2014/main" id="{E85820E6-7990-74FE-B825-D38D1B0F8D6B}"/>
              </a:ext>
            </a:extLst>
          </p:cNvPr>
          <p:cNvSpPr txBox="1"/>
          <p:nvPr/>
        </p:nvSpPr>
        <p:spPr>
          <a:xfrm>
            <a:off x="457200" y="5824124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0" name="TextBox 41">
            <a:extLst>
              <a:ext uri="{FF2B5EF4-FFF2-40B4-BE49-F238E27FC236}">
                <a16:creationId xmlns:a16="http://schemas.microsoft.com/office/drawing/2014/main" id="{D9B1E9EA-B250-D99B-28D2-04FACE3746EB}"/>
              </a:ext>
            </a:extLst>
          </p:cNvPr>
          <p:cNvSpPr txBox="1"/>
          <p:nvPr/>
        </p:nvSpPr>
        <p:spPr>
          <a:xfrm>
            <a:off x="3207029" y="5824124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1" name="TextBox 42">
            <a:extLst>
              <a:ext uri="{FF2B5EF4-FFF2-40B4-BE49-F238E27FC236}">
                <a16:creationId xmlns:a16="http://schemas.microsoft.com/office/drawing/2014/main" id="{44E49C4A-D565-0AEC-B648-E30D9F06062F}"/>
              </a:ext>
            </a:extLst>
          </p:cNvPr>
          <p:cNvSpPr txBox="1"/>
          <p:nvPr/>
        </p:nvSpPr>
        <p:spPr>
          <a:xfrm>
            <a:off x="1601772" y="5824124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2" name="TextBox 43">
            <a:extLst>
              <a:ext uri="{FF2B5EF4-FFF2-40B4-BE49-F238E27FC236}">
                <a16:creationId xmlns:a16="http://schemas.microsoft.com/office/drawing/2014/main" id="{D8BAEA58-338E-AE26-30C8-F5A404D5FB59}"/>
              </a:ext>
            </a:extLst>
          </p:cNvPr>
          <p:cNvSpPr txBox="1"/>
          <p:nvPr/>
        </p:nvSpPr>
        <p:spPr>
          <a:xfrm>
            <a:off x="457200" y="6354924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DC015D5A-601E-6E0D-26D2-1A57C7E5669D}"/>
              </a:ext>
            </a:extLst>
          </p:cNvPr>
          <p:cNvSpPr txBox="1"/>
          <p:nvPr/>
        </p:nvSpPr>
        <p:spPr>
          <a:xfrm>
            <a:off x="3207029" y="6354924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4" name="TextBox 45">
            <a:extLst>
              <a:ext uri="{FF2B5EF4-FFF2-40B4-BE49-F238E27FC236}">
                <a16:creationId xmlns:a16="http://schemas.microsoft.com/office/drawing/2014/main" id="{295FFBF4-6447-7CEE-38F7-0918E2239670}"/>
              </a:ext>
            </a:extLst>
          </p:cNvPr>
          <p:cNvSpPr txBox="1"/>
          <p:nvPr/>
        </p:nvSpPr>
        <p:spPr>
          <a:xfrm>
            <a:off x="1601772" y="6354924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F61DF030-DBB7-FEB3-8414-5ED64DEC37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08C8629-9718-014A-8886-4B4AA19F3528}" type="slidenum">
              <a:t>5</a:t>
            </a:fld>
            <a:endParaRPr 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18D473E-590E-983E-110E-0F66BDC0D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430216"/>
            <a:ext cx="10101267" cy="612776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ja-JP" sz="1800"/>
              <a:t>【調査結果サマリ】</a:t>
            </a:r>
            <a:br>
              <a:rPr lang="en-US" sz="1800"/>
            </a:br>
            <a:r>
              <a:rPr lang="en-US" sz="1800"/>
              <a:t>  </a:t>
            </a:r>
            <a:r>
              <a:rPr lang="ja-JP" sz="2000"/>
              <a:t>サマリを</a:t>
            </a:r>
            <a:r>
              <a:rPr lang="en-US" sz="2000"/>
              <a:t>1</a:t>
            </a:r>
            <a:r>
              <a:rPr lang="ja-JP" sz="2000"/>
              <a:t>文章追記する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BD035066-B0B9-CC77-A2C2-49C4455E0954}"/>
              </a:ext>
            </a:extLst>
          </p:cNvPr>
          <p:cNvSpPr txBox="1"/>
          <p:nvPr/>
        </p:nvSpPr>
        <p:spPr>
          <a:xfrm>
            <a:off x="399528" y="1393207"/>
            <a:ext cx="1077218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45720" rIns="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125486"/>
                </a:solidFill>
                <a:uFillTx/>
                <a:latin typeface="Calibri"/>
                <a:ea typeface="游ゴシック" pitchFamily="34"/>
              </a:rPr>
              <a:t>調査内容の概要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B3C60E-FF70-E758-3B7D-5388FDB01888}"/>
              </a:ext>
            </a:extLst>
          </p:cNvPr>
          <p:cNvSpPr/>
          <p:nvPr/>
        </p:nvSpPr>
        <p:spPr>
          <a:xfrm>
            <a:off x="463829" y="1782412"/>
            <a:ext cx="2471531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概要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36A7DD7-73D9-BBA5-FE28-202CFC9D36AE}"/>
              </a:ext>
            </a:extLst>
          </p:cNvPr>
          <p:cNvSpPr/>
          <p:nvPr/>
        </p:nvSpPr>
        <p:spPr>
          <a:xfrm>
            <a:off x="3213649" y="1782412"/>
            <a:ext cx="6765234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調査結果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0090D1E-BABB-0745-43CE-38E39406936C}"/>
              </a:ext>
            </a:extLst>
          </p:cNvPr>
          <p:cNvSpPr txBox="1"/>
          <p:nvPr/>
        </p:nvSpPr>
        <p:spPr>
          <a:xfrm>
            <a:off x="463829" y="2171626"/>
            <a:ext cx="2471531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91E6121A-8ED4-C73E-706E-23084F6F9F86}"/>
              </a:ext>
            </a:extLst>
          </p:cNvPr>
          <p:cNvSpPr txBox="1"/>
          <p:nvPr/>
        </p:nvSpPr>
        <p:spPr>
          <a:xfrm>
            <a:off x="463829" y="3681941"/>
            <a:ext cx="2471531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6EB0E530-0D09-F4E6-029F-9F80A0D3B1E9}"/>
              </a:ext>
            </a:extLst>
          </p:cNvPr>
          <p:cNvSpPr txBox="1"/>
          <p:nvPr/>
        </p:nvSpPr>
        <p:spPr>
          <a:xfrm>
            <a:off x="463829" y="5192255"/>
            <a:ext cx="2471531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0AA1993-DFE7-F272-AC65-8F9596FFD9FA}"/>
              </a:ext>
            </a:extLst>
          </p:cNvPr>
          <p:cNvSpPr txBox="1"/>
          <p:nvPr/>
        </p:nvSpPr>
        <p:spPr>
          <a:xfrm>
            <a:off x="3213649" y="2171626"/>
            <a:ext cx="6765234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B02C4B4-E4AB-28E1-BDAC-2F70526BAD68}"/>
              </a:ext>
            </a:extLst>
          </p:cNvPr>
          <p:cNvSpPr txBox="1"/>
          <p:nvPr/>
        </p:nvSpPr>
        <p:spPr>
          <a:xfrm>
            <a:off x="3213649" y="3681941"/>
            <a:ext cx="6765234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CE4E3920-7286-311D-88B5-D146FE46A1C7}"/>
              </a:ext>
            </a:extLst>
          </p:cNvPr>
          <p:cNvSpPr txBox="1"/>
          <p:nvPr/>
        </p:nvSpPr>
        <p:spPr>
          <a:xfrm>
            <a:off x="3213649" y="5192255"/>
            <a:ext cx="6765234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815D9D51-3F41-9D1D-EE53-E8806592FA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84590B4-47B6-1448-B2AC-E590B6702AF3}" type="slidenum">
              <a:t>6</a:t>
            </a:fld>
            <a:endParaRPr 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089D1C2-9326-BE4E-807F-7892CFA78E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430216"/>
            <a:ext cx="10101267" cy="612776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ja-JP" sz="1800"/>
              <a:t>【調査結果サマリ】</a:t>
            </a:r>
            <a:br>
              <a:rPr lang="en-US" sz="1800"/>
            </a:br>
            <a:r>
              <a:rPr lang="en-US" sz="1800"/>
              <a:t>  </a:t>
            </a:r>
            <a:r>
              <a:rPr lang="ja-JP" sz="2000"/>
              <a:t>サマリを</a:t>
            </a:r>
            <a:r>
              <a:rPr lang="en-US" sz="2000"/>
              <a:t>1</a:t>
            </a:r>
            <a:r>
              <a:rPr lang="ja-JP" sz="2000"/>
              <a:t>文章追記する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7AC6AA2C-2F3C-A57D-B18D-25B6AAF13146}"/>
              </a:ext>
            </a:extLst>
          </p:cNvPr>
          <p:cNvSpPr txBox="1"/>
          <p:nvPr/>
        </p:nvSpPr>
        <p:spPr>
          <a:xfrm>
            <a:off x="399528" y="1393207"/>
            <a:ext cx="1077218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45720" rIns="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125486"/>
                </a:solidFill>
                <a:uFillTx/>
                <a:latin typeface="Calibri"/>
                <a:ea typeface="游ゴシック" pitchFamily="34"/>
              </a:rPr>
              <a:t>調査内容の概要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431412-DF2C-BA50-880C-9020CA07CBE9}"/>
              </a:ext>
            </a:extLst>
          </p:cNvPr>
          <p:cNvSpPr/>
          <p:nvPr/>
        </p:nvSpPr>
        <p:spPr>
          <a:xfrm>
            <a:off x="463829" y="1782412"/>
            <a:ext cx="1398108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実施内容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8474C78-5C60-C4F5-05A4-618A13F2970F}"/>
              </a:ext>
            </a:extLst>
          </p:cNvPr>
          <p:cNvSpPr/>
          <p:nvPr/>
        </p:nvSpPr>
        <p:spPr>
          <a:xfrm>
            <a:off x="1974573" y="1782412"/>
            <a:ext cx="2683562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実施方法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D4B42D2-4298-495F-B0D0-8E012CC763CF}"/>
              </a:ext>
            </a:extLst>
          </p:cNvPr>
          <p:cNvSpPr txBox="1"/>
          <p:nvPr/>
        </p:nvSpPr>
        <p:spPr>
          <a:xfrm>
            <a:off x="463829" y="2171626"/>
            <a:ext cx="1398108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0E64FF2-31E5-8C4C-3BF1-6428FD85148A}"/>
              </a:ext>
            </a:extLst>
          </p:cNvPr>
          <p:cNvSpPr txBox="1"/>
          <p:nvPr/>
        </p:nvSpPr>
        <p:spPr>
          <a:xfrm>
            <a:off x="463829" y="3681941"/>
            <a:ext cx="1398108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29D2F24-EC9C-D5AE-F01B-2C88AC025020}"/>
              </a:ext>
            </a:extLst>
          </p:cNvPr>
          <p:cNvSpPr txBox="1"/>
          <p:nvPr/>
        </p:nvSpPr>
        <p:spPr>
          <a:xfrm>
            <a:off x="463829" y="5196462"/>
            <a:ext cx="1398108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AFE1F9D-525D-8581-6A9F-A68706485043}"/>
              </a:ext>
            </a:extLst>
          </p:cNvPr>
          <p:cNvSpPr txBox="1"/>
          <p:nvPr/>
        </p:nvSpPr>
        <p:spPr>
          <a:xfrm>
            <a:off x="4770781" y="2171626"/>
            <a:ext cx="520810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6BF7B8BF-ADAF-9917-7DC9-E540FCDDFE50}"/>
              </a:ext>
            </a:extLst>
          </p:cNvPr>
          <p:cNvSpPr txBox="1"/>
          <p:nvPr/>
        </p:nvSpPr>
        <p:spPr>
          <a:xfrm>
            <a:off x="4770781" y="3681941"/>
            <a:ext cx="520810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F923165C-3094-5124-7553-AF8F2FDC0887}"/>
              </a:ext>
            </a:extLst>
          </p:cNvPr>
          <p:cNvSpPr txBox="1"/>
          <p:nvPr/>
        </p:nvSpPr>
        <p:spPr>
          <a:xfrm>
            <a:off x="4770781" y="5192255"/>
            <a:ext cx="520810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0262F6E-BB40-186D-1E29-E457B9A9855E}"/>
              </a:ext>
            </a:extLst>
          </p:cNvPr>
          <p:cNvSpPr txBox="1"/>
          <p:nvPr/>
        </p:nvSpPr>
        <p:spPr>
          <a:xfrm>
            <a:off x="1974573" y="2171626"/>
            <a:ext cx="268356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955CE21-C59E-2793-5F4E-20DCB4F6D49B}"/>
              </a:ext>
            </a:extLst>
          </p:cNvPr>
          <p:cNvSpPr txBox="1"/>
          <p:nvPr/>
        </p:nvSpPr>
        <p:spPr>
          <a:xfrm>
            <a:off x="1974573" y="3681941"/>
            <a:ext cx="268356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CE5233F8-DE61-BE20-C65C-972A385A997F}"/>
              </a:ext>
            </a:extLst>
          </p:cNvPr>
          <p:cNvSpPr txBox="1"/>
          <p:nvPr/>
        </p:nvSpPr>
        <p:spPr>
          <a:xfrm>
            <a:off x="1974573" y="5192255"/>
            <a:ext cx="268356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36A2BDAD-1EEA-B079-64D5-9B63DA272111}"/>
              </a:ext>
            </a:extLst>
          </p:cNvPr>
          <p:cNvSpPr/>
          <p:nvPr/>
        </p:nvSpPr>
        <p:spPr>
          <a:xfrm>
            <a:off x="4770781" y="1782412"/>
            <a:ext cx="5208102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調査結果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68465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1221</TotalTime>
  <Words>154</Words>
  <Application>Microsoft Macintosh PowerPoint</Application>
  <PresentationFormat>ワイド画面</PresentationFormat>
  <Paragraphs>59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Hiragino Kaku Gothic Std W3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Color Palette</vt:lpstr>
      <vt:lpstr>Shapes</vt:lpstr>
      <vt:lpstr>PowerPoint プレゼンテーション</vt:lpstr>
      <vt:lpstr>【調査実績サマリ】   ○○に関するSuMPO調査実績</vt:lpstr>
      <vt:lpstr>【調査結果サマリ】   サマリを1文章追記する</vt:lpstr>
      <vt:lpstr>【調査結果サマリ】   サマリを1文章追記する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125</cp:revision>
  <cp:lastPrinted>2020-02-21T03:07:58Z</cp:lastPrinted>
  <dcterms:created xsi:type="dcterms:W3CDTF">2019-11-29T07:02:30Z</dcterms:created>
  <dcterms:modified xsi:type="dcterms:W3CDTF">2026-06-01T07:03:44Z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