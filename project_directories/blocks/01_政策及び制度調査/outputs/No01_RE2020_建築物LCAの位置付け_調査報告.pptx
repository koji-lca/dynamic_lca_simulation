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調査項目 No.1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RE2020における建築物LCAの位置付け</a:t>
            </a:r>
          </a:p>
          <a:p>
            <a:r>
              <a:t>2026年05月27日｜約80%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建築物LCA（ACV）の制度的位置づけを整理</a:t>
            </a:r>
          </a:p>
          <a:p>
            <a:pPr>
              <a:defRPr sz="1800"/>
            </a:pPr>
            <a:r>
              <a:t>林野庁関連・木材炭素貯蔵の海外先例</a:t>
            </a:r>
          </a:p>
          <a:p>
            <a:pPr>
              <a:defRPr sz="1800"/>
            </a:pPr>
            <a:r>
              <a:t>制度全体像が本報告の範囲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RE2020＝RT2012置換・2022〜適用</a:t>
            </a:r>
          </a:p>
          <a:p>
            <a:pPr>
              <a:defRPr sz="1800"/>
            </a:pPr>
            <a:r>
              <a:t>初のライフサイクル炭素義務化</a:t>
            </a:r>
          </a:p>
          <a:p>
            <a:pPr>
              <a:defRPr sz="1800"/>
            </a:pPr>
            <a:r>
              <a:t>環境性能＝第3の柱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RE2020の目標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エネルギー素朴化・脱炭素</a:t>
            </a:r>
          </a:p>
          <a:p>
            <a:pPr>
              <a:defRPr sz="1800"/>
            </a:pPr>
            <a:r>
              <a:t>カーボン低減（建設含む）</a:t>
            </a:r>
          </a:p>
          <a:p>
            <a:pPr>
              <a:defRPr sz="1800"/>
            </a:pPr>
            <a:r>
              <a:t>夏季快適（DH）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導入経緯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RT2012→E+C-実証→RE2020</a:t>
            </a:r>
          </a:p>
          <a:p>
            <a:pPr>
              <a:defRPr sz="1800"/>
            </a:pPr>
            <a:r>
              <a:t>LCA義務化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適用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2022/1 住宅</a:t>
            </a:r>
          </a:p>
          <a:p>
            <a:pPr>
              <a:defRPr sz="1800"/>
            </a:pPr>
            <a:r>
              <a:t>2022/7 事務所・学校</a:t>
            </a:r>
          </a:p>
          <a:p>
            <a:pPr>
              <a:defRPr sz="1800"/>
            </a:pPr>
            <a:r>
              <a:t>2023〜 小規模等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LCAの位置づけ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ACV＝建築物LCA</a:t>
            </a:r>
          </a:p>
          <a:p>
            <a:pPr>
              <a:defRPr sz="1800"/>
            </a:pPr>
            <a:r>
              <a:t>LCステージ1〜5＋輸送</a:t>
            </a:r>
          </a:p>
          <a:p>
            <a:pPr>
              <a:defRPr sz="1800"/>
            </a:pPr>
            <a:r>
              <a:t>規制はGES（気候）のみ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3評価分野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エネルギー</a:t>
            </a:r>
          </a:p>
          <a:p>
            <a:pPr>
              <a:defRPr sz="1800"/>
            </a:pPr>
            <a:r>
              <a:t>夏季快適</a:t>
            </a:r>
          </a:p>
          <a:p>
            <a:pPr>
              <a:defRPr sz="1800"/>
            </a:pPr>
            <a:r>
              <a:t>環境（Ic）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5寄与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Composants</a:t>
            </a:r>
          </a:p>
          <a:p>
            <a:pPr>
              <a:defRPr sz="1800"/>
            </a:pPr>
            <a:r>
              <a:t>Énergie / Chantier</a:t>
            </a:r>
          </a:p>
          <a:p>
            <a:pPr>
              <a:defRPr sz="1800"/>
            </a:pPr>
            <a:r>
              <a:t>Eau / Parcelle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Ic指標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Ic construction＝部材+工事</a:t>
            </a:r>
          </a:p>
          <a:p>
            <a:pPr>
              <a:defRPr sz="1800"/>
            </a:pPr>
            <a:r>
              <a:t>Ic énergie＝運用50年</a:t>
            </a:r>
          </a:p>
          <a:p>
            <a:pPr>
              <a:defRPr sz="1800"/>
            </a:pPr>
            <a:r>
              <a:t>Ic bâtiment＝全体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建材環境データDB</a:t>
            </a:r>
          </a:p>
          <a:p>
            <a:pPr>
              <a:defRPr sz="1800"/>
            </a:pPr>
            <a:r>
              <a:t>FDES・デフォルト値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動的LCA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規制の既定手法</a:t>
            </a:r>
          </a:p>
          <a:p>
            <a:pPr>
              <a:defRPr sz="1800"/>
            </a:pPr>
            <a:r>
              <a:t>t=0＝建設、100年動的評価</a:t>
            </a:r>
          </a:p>
          <a:p>
            <a:pPr>
              <a:defRPr sz="1800"/>
            </a:pPr>
            <a:r>
              <a:t>木材貯蔵・遅延排出に影響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日本への示唆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LC-CO2上限・指標分割</a:t>
            </a:r>
          </a:p>
          <a:p>
            <a:pPr>
              <a:defRPr sz="1800"/>
            </a:pPr>
            <a:r>
              <a:t>国DB・段階義務化</a:t>
            </a:r>
          </a:p>
          <a:p>
            <a:pPr>
              <a:defRPr sz="1800"/>
            </a:pPr>
            <a:r>
              <a:t>動的LCAの設計上の留意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残タスク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政令照合</a:t>
            </a:r>
          </a:p>
          <a:p>
            <a:pPr>
              <a:defRPr sz="1800"/>
            </a:pPr>
            <a:r>
              <a:t>国際枠組み対照</a:t>
            </a:r>
          </a:p>
          <a:p>
            <a:pPr>
              <a:defRPr sz="1800"/>
            </a:pPr>
            <a:r>
              <a:t>ヒアリング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Guide RE2020 2024</a:t>
            </a:r>
          </a:p>
          <a:p>
            <a:pPr>
              <a:defRPr sz="1800"/>
            </a:pPr>
            <a:r>
              <a:t>Ventura 2021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