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調査項目2：技術及び手法の調査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動的LCA・RE2020 / 第2係ドラフト（80%）</a:t>
            </a:r>
          </a:p>
          <a:p>
            <a:r>
              <a:t>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調査の目的と範囲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調査ブロック(2)：技術・方法論の整理（No.15〜23）</a:t>
            </a:r>
          </a:p>
          <a:p>
            <a:pPr>
              <a:defRPr sz="1800"/>
            </a:pPr>
            <a:r>
              <a:t>RE2020簡易動的LCAを中心に文献調査</a:t>
            </a:r>
          </a:p>
          <a:p>
            <a:pPr>
              <a:defRPr sz="1800"/>
            </a:pPr>
            <a:r>
              <a:t>成果：制度（第1係）要件の技術的説明基盤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静的LCAの限界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排出を同時点に集約＋GWP100</a:t>
            </a:r>
          </a:p>
          <a:p>
            <a:pPr>
              <a:defRPr sz="1800"/>
            </a:pPr>
            <a:r>
              <a:t>長寿命建築物：評価期間の不一致（Levasseur 2010）</a:t>
            </a:r>
          </a:p>
          <a:p>
            <a:pPr>
              <a:defRPr sz="1800"/>
            </a:pPr>
            <a:r>
              <a:t>遅延排出・一時貯蔵を反映しにくい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動的LCAの構造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動的LCI：年次排出・吸収プロファイル</a:t>
            </a:r>
          </a:p>
          <a:p>
            <a:pPr>
              <a:defRPr sz="1800"/>
            </a:pPr>
            <a:r>
              <a:t>動的LCIA：DCF・累積放射強制力</a:t>
            </a:r>
          </a:p>
          <a:p>
            <a:pPr>
              <a:defRPr sz="1800"/>
            </a:pPr>
            <a:r>
              <a:t>RE2020：GWPdyn = FRE2020(t) × GWPstat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三つの時間概念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THI：影響特性化の地平（GWP100の100）</a:t>
            </a:r>
          </a:p>
          <a:p>
            <a:pPr>
              <a:defRPr sz="1800"/>
            </a:pPr>
            <a:r>
              <a:t>LCD：ライフサイクル全体の期間</a:t>
            </a:r>
          </a:p>
          <a:p>
            <a:pPr>
              <a:defRPr sz="1800"/>
            </a:pPr>
            <a:r>
              <a:t>TOD：観測・積分の上限（RE2020=建設から100年）</a:t>
            </a:r>
          </a:p>
          <a:p>
            <a:pPr>
              <a:defRPr sz="1800"/>
            </a:pPr>
            <a:r>
              <a:t>Ventura：TOD ≥ LCD + THI が原則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静的 vs 動的（要点）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静的：国際標準・比較可能性が高い</a:t>
            </a:r>
          </a:p>
          <a:p>
            <a:pPr>
              <a:defRPr sz="1800"/>
            </a:pPr>
            <a:r>
              <a:t>動的：排出タイミング・貯蔵を反映</a:t>
            </a:r>
          </a:p>
          <a:p>
            <a:pPr>
              <a:defRPr sz="1800"/>
            </a:pPr>
            <a:r>
              <a:t>RE2020簡易：EPD集約GWP＋係数（運用容易）</a:t>
            </a:r>
          </a:p>
          <a:p>
            <a:pPr>
              <a:defRPr sz="1800"/>
            </a:pPr>
            <a:r>
              <a:t>「GWP100」の意味が静的/動的で異なる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RE2020算定パラメータ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時間原点：建物引渡し</a:t>
            </a:r>
          </a:p>
          <a:p>
            <a:pPr>
              <a:defRPr sz="1800"/>
            </a:pPr>
            <a:r>
              <a:t>動的適用：使用期50年が中心</a:t>
            </a:r>
          </a:p>
          <a:p>
            <a:pPr>
              <a:defRPr sz="1800"/>
            </a:pPr>
            <a:r>
              <a:t>例：50年貯蔵1kgCO2 → 0.42kg回避（100年地平）</a:t>
            </a:r>
          </a:p>
          <a:p>
            <a:pPr>
              <a:defRPr sz="1800"/>
            </a:pPr>
            <a:r>
              <a:t>地平150年では0.27kgに低下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炭素循環・木材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吸収・貯蔵・EoL放出を時系列で評価</a:t>
            </a:r>
          </a:p>
          <a:p>
            <a:pPr>
              <a:defRPr sz="1800"/>
            </a:pPr>
            <a:r>
              <a:t>吸収タイミング（前/後）で結果が変動</a:t>
            </a:r>
          </a:p>
          <a:p>
            <a:pPr>
              <a:defRPr sz="1800"/>
            </a:pPr>
            <a:r>
              <a:t>手法により最良EoLが逆転（木椅子事例）</a:t>
            </a:r>
          </a:p>
          <a:p>
            <a:pPr>
              <a:defRPr sz="1800"/>
            </a:pPr>
            <a:r>
              <a:t>生産拡大時の系統影響はエビデンス不足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放射強制力・指標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GWPは累積RFの指標化</a:t>
            </a:r>
          </a:p>
          <a:p>
            <a:pPr>
              <a:defRPr sz="1800"/>
            </a:pPr>
            <a:r>
              <a:t>簡易法はRF直接計算ではなく係数補正</a:t>
            </a:r>
          </a:p>
          <a:p>
            <a:pPr>
              <a:defRPr sz="1800"/>
            </a:pPr>
            <a:r>
              <a:t>CH4等の扱いに限界（業界批判）</a:t>
            </a:r>
          </a:p>
          <a:p>
            <a:pPr>
              <a:defRPr sz="1800"/>
            </a:pPr>
            <a:r>
              <a:t>→専門家レビュー推奨（No.20）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建築LCAでの位置付け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既存ツール＋INIES/FDES＋係数表</a:t>
            </a:r>
          </a:p>
          <a:p>
            <a:pPr>
              <a:defRPr sz="1800"/>
            </a:pPr>
            <a:r>
              <a:t>静的・動的の併用（モジュール別）</a:t>
            </a:r>
          </a:p>
          <a:p>
            <a:pPr>
              <a:defRPr sz="1800"/>
            </a:pPr>
            <a:r>
              <a:t>規制目標：2025/2028/2031段階削減</a:t>
            </a:r>
          </a:p>
          <a:p>
            <a:pPr>
              <a:defRPr sz="1800"/>
            </a:pPr>
            <a:r>
              <a:t>2021年：動的LCA標準化手続き表明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ステークホルダー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反対：セメント・金属・断熱等（方法論・格差）</a:t>
            </a:r>
          </a:p>
          <a:p>
            <a:pPr>
              <a:defRPr sz="1800"/>
            </a:pPr>
            <a:r>
              <a:t>支持：木材団体（貯蔵評価・運用性）</a:t>
            </a:r>
          </a:p>
          <a:p>
            <a:pPr>
              <a:defRPr sz="1800"/>
            </a:pPr>
            <a:r>
              <a:t>施工：運用負荷・実験不足を懸念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日本への示唆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評価期間・起点の制度設計が核心</a:t>
            </a:r>
          </a:p>
          <a:p>
            <a:pPr>
              <a:defRPr sz="1800"/>
            </a:pPr>
            <a:r>
              <a:t>国際整合と木材促進のバランス</a:t>
            </a:r>
          </a:p>
          <a:p>
            <a:pPr>
              <a:defRPr sz="1800"/>
            </a:pPr>
            <a:r>
              <a:t>第1係（制度）・第3係（データ）と連携</a:t>
            </a:r>
          </a:p>
          <a:p>
            <a:pPr>
              <a:defRPr sz="1800"/>
            </a:pPr>
            <a:r>
              <a:t>残：guide_re2020原文・係数表の照合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Levasseur et al. 2010, 2013</a:t>
            </a:r>
          </a:p>
          <a:p>
            <a:pPr>
              <a:defRPr sz="1800"/>
            </a:pPr>
            <a:r>
              <a:t>Ventura 2022</a:t>
            </a:r>
          </a:p>
          <a:p>
            <a:pPr>
              <a:defRPr sz="1800"/>
            </a:pPr>
            <a:r>
              <a:t>RE2020 Simplified dynamic LCA (2021資料)</a:t>
            </a:r>
          </a:p>
          <a:p>
            <a:pPr>
              <a:defRPr sz="1800"/>
            </a:pPr>
            <a:r>
              <a:t>詳細：outputs/tech01〜03.md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